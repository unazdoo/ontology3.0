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7a97d710824694" /><Relationship Type="http://schemas.openxmlformats.org/officeDocument/2006/relationships/extended-properties" Target="/docProps/app.xml" Id="Rc95057d1e30c4bde" /><Relationship Type="http://schemas.openxmlformats.org/officeDocument/2006/relationships/officeDocument" Target="/ppt/presentation.xml" Id="Raa90ac4de80746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c2913e00794af1"/>
  </p:sldMasterIdLst>
  <p:notesMasterIdLst>
    <p:notesMasterId xmlns:r="http://schemas.openxmlformats.org/officeDocument/2006/relationships" r:id="R52c1c378acea4dbc"/>
  </p:notesMasterIdLst>
  <p:sldIdLst>
    <p:sldId xmlns:r="http://schemas.openxmlformats.org/officeDocument/2006/relationships" id="256" r:id="Rab7772b39bc34149"/>
    <p:sldId xmlns:r="http://schemas.openxmlformats.org/officeDocument/2006/relationships" id="257" r:id="R574702927f4143b6"/>
    <p:sldId xmlns:r="http://schemas.openxmlformats.org/officeDocument/2006/relationships" id="258" r:id="R73b6b2f65b3542b3"/>
    <p:sldId xmlns:r="http://schemas.openxmlformats.org/officeDocument/2006/relationships" id="259" r:id="R1b8e6b6922de4cb0"/>
    <p:sldId xmlns:r="http://schemas.openxmlformats.org/officeDocument/2006/relationships" id="260" r:id="R10e0199f81004b30"/>
    <p:sldId xmlns:r="http://schemas.openxmlformats.org/officeDocument/2006/relationships" id="261" r:id="R58f904f095a843b8"/>
    <p:sldId xmlns:r="http://schemas.openxmlformats.org/officeDocument/2006/relationships" id="262" r:id="R78fbf50aafe7498b"/>
    <p:sldId xmlns:r="http://schemas.openxmlformats.org/officeDocument/2006/relationships" id="263" r:id="Raaeee40a8ece474e"/>
    <p:sldId xmlns:r="http://schemas.openxmlformats.org/officeDocument/2006/relationships" id="264" r:id="R2d509a0671654e78"/>
    <p:sldId xmlns:r="http://schemas.openxmlformats.org/officeDocument/2006/relationships" id="265" r:id="R3b0714233cc44ce8"/>
    <p:sldId xmlns:r="http://schemas.openxmlformats.org/officeDocument/2006/relationships" id="266" r:id="R88c092fb16ed49ab"/>
    <p:sldId xmlns:r="http://schemas.openxmlformats.org/officeDocument/2006/relationships" id="267" r:id="R213ea03e5ae24814"/>
    <p:sldId xmlns:r="http://schemas.openxmlformats.org/officeDocument/2006/relationships" id="268" r:id="Ra62ecc4923164cc2"/>
    <p:sldId xmlns:r="http://schemas.openxmlformats.org/officeDocument/2006/relationships" id="269" r:id="Rf0e8c71034b44b20"/>
    <p:sldId xmlns:r="http://schemas.openxmlformats.org/officeDocument/2006/relationships" id="270" r:id="R73ee5d71a4144675"/>
    <p:sldId xmlns:r="http://schemas.openxmlformats.org/officeDocument/2006/relationships" id="271" r:id="R05bceebf90bf4a08"/>
    <p:sldId xmlns:r="http://schemas.openxmlformats.org/officeDocument/2006/relationships" id="272" r:id="R6dcd65e303dc4074"/>
    <p:sldId xmlns:r="http://schemas.openxmlformats.org/officeDocument/2006/relationships" id="273" r:id="R7d61c7a7e9fc4ab1"/>
    <p:sldId xmlns:r="http://schemas.openxmlformats.org/officeDocument/2006/relationships" id="274" r:id="Rfc0b24cb11cf404f"/>
    <p:sldId xmlns:r="http://schemas.openxmlformats.org/officeDocument/2006/relationships" id="275" r:id="R168ecd1eab4e433a"/>
    <p:sldId xmlns:r="http://schemas.openxmlformats.org/officeDocument/2006/relationships" id="276" r:id="Rbac0f174f1254e2e"/>
    <p:sldId xmlns:r="http://schemas.openxmlformats.org/officeDocument/2006/relationships" id="277" r:id="R81f6c23fe73e4616"/>
    <p:sldId xmlns:r="http://schemas.openxmlformats.org/officeDocument/2006/relationships" id="278" r:id="Rfd82e9cad2634a06"/>
    <p:sldId xmlns:r="http://schemas.openxmlformats.org/officeDocument/2006/relationships" id="279" r:id="Ra262a014003443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0" cy="72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aae3bbd56b423d" /><Relationship Type="http://schemas.openxmlformats.org/officeDocument/2006/relationships/slideMaster" Target="/ppt/slideMasters/slideMaster1.xml" Id="R7ec2913e00794af1" /><Relationship Type="http://schemas.openxmlformats.org/officeDocument/2006/relationships/notesMaster" Target="/ppt/notesMasters/notesMaster1.xml" Id="R52c1c378acea4dbc" /><Relationship Type="http://schemas.openxmlformats.org/officeDocument/2006/relationships/presProps" Target="/ppt/presProps.xml" Id="Rd80547d9e2044fbf" /><Relationship Type="http://schemas.openxmlformats.org/officeDocument/2006/relationships/viewProps" Target="/ppt/viewProps.xml" Id="R343ea0e3338b4af1" /><Relationship Type="http://schemas.openxmlformats.org/officeDocument/2006/relationships/tableStyles" Target="/ppt/tableStyles.xml" Id="R07f912bc944a405b" /><Relationship Type="http://schemas.openxmlformats.org/officeDocument/2006/relationships/slide" Target="/ppt/slides/slide1.xml" Id="Rab7772b39bc34149" /><Relationship Type="http://schemas.openxmlformats.org/officeDocument/2006/relationships/slide" Target="/ppt/slides/slide2.xml" Id="R574702927f4143b6" /><Relationship Type="http://schemas.openxmlformats.org/officeDocument/2006/relationships/slide" Target="/ppt/slides/slide3.xml" Id="R73b6b2f65b3542b3" /><Relationship Type="http://schemas.openxmlformats.org/officeDocument/2006/relationships/slide" Target="/ppt/slides/slide4.xml" Id="R1b8e6b6922de4cb0" /><Relationship Type="http://schemas.openxmlformats.org/officeDocument/2006/relationships/slide" Target="/ppt/slides/slide5.xml" Id="R10e0199f81004b30" /><Relationship Type="http://schemas.openxmlformats.org/officeDocument/2006/relationships/slide" Target="/ppt/slides/slide6.xml" Id="R58f904f095a843b8" /><Relationship Type="http://schemas.openxmlformats.org/officeDocument/2006/relationships/slide" Target="/ppt/slides/slide7.xml" Id="R78fbf50aafe7498b" /><Relationship Type="http://schemas.openxmlformats.org/officeDocument/2006/relationships/slide" Target="/ppt/slides/slide8.xml" Id="Raaeee40a8ece474e" /><Relationship Type="http://schemas.openxmlformats.org/officeDocument/2006/relationships/slide" Target="/ppt/slides/slide9.xml" Id="R2d509a0671654e78" /><Relationship Type="http://schemas.openxmlformats.org/officeDocument/2006/relationships/slide" Target="/ppt/slides/slide10.xml" Id="R3b0714233cc44ce8" /><Relationship Type="http://schemas.openxmlformats.org/officeDocument/2006/relationships/slide" Target="/ppt/slides/slide11.xml" Id="R88c092fb16ed49ab" /><Relationship Type="http://schemas.openxmlformats.org/officeDocument/2006/relationships/slide" Target="/ppt/slides/slide12.xml" Id="R213ea03e5ae24814" /><Relationship Type="http://schemas.openxmlformats.org/officeDocument/2006/relationships/slide" Target="/ppt/slides/slide13.xml" Id="Ra62ecc4923164cc2" /><Relationship Type="http://schemas.openxmlformats.org/officeDocument/2006/relationships/slide" Target="/ppt/slides/slide14.xml" Id="Rf0e8c71034b44b20" /><Relationship Type="http://schemas.openxmlformats.org/officeDocument/2006/relationships/slide" Target="/ppt/slides/slide15.xml" Id="R73ee5d71a4144675" /><Relationship Type="http://schemas.openxmlformats.org/officeDocument/2006/relationships/slide" Target="/ppt/slides/slide16.xml" Id="R05bceebf90bf4a08" /><Relationship Type="http://schemas.openxmlformats.org/officeDocument/2006/relationships/slide" Target="/ppt/slides/slide17.xml" Id="R6dcd65e303dc4074" /><Relationship Type="http://schemas.openxmlformats.org/officeDocument/2006/relationships/slide" Target="/ppt/slides/slide18.xml" Id="R7d61c7a7e9fc4ab1" /><Relationship Type="http://schemas.openxmlformats.org/officeDocument/2006/relationships/slide" Target="/ppt/slides/slide19.xml" Id="Rfc0b24cb11cf404f" /><Relationship Type="http://schemas.openxmlformats.org/officeDocument/2006/relationships/slide" Target="/ppt/slides/slide20.xml" Id="R168ecd1eab4e433a" /><Relationship Type="http://schemas.openxmlformats.org/officeDocument/2006/relationships/slide" Target="/ppt/slides/slide21.xml" Id="Rbac0f174f1254e2e" /><Relationship Type="http://schemas.openxmlformats.org/officeDocument/2006/relationships/slide" Target="/ppt/slides/slide22.xml" Id="R81f6c23fe73e4616" /><Relationship Type="http://schemas.openxmlformats.org/officeDocument/2006/relationships/slide" Target="/ppt/slides/slide23.xml" Id="Rfd82e9cad2634a06" /><Relationship Type="http://schemas.openxmlformats.org/officeDocument/2006/relationships/slide" Target="/ppt/slides/slide24.xml" Id="Ra262a014003443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d28c0c1d334f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f50c9d9a7e4cab" /><Relationship Type="http://schemas.openxmlformats.org/officeDocument/2006/relationships/notesMaster" Target="/ppt/notesMasters/notesMaster1.xml" Id="R24fa540d2fff4c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d371b023644309" /><Relationship Type="http://schemas.openxmlformats.org/officeDocument/2006/relationships/notesMaster" Target="/ppt/notesMasters/notesMaster1.xml" Id="R7499bdecf5bf42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26f80ceafb4754" /><Relationship Type="http://schemas.openxmlformats.org/officeDocument/2006/relationships/notesMaster" Target="/ppt/notesMasters/notesMaster1.xml" Id="R31f2310937024e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7e5de5553c40b8" /><Relationship Type="http://schemas.openxmlformats.org/officeDocument/2006/relationships/notesMaster" Target="/ppt/notesMasters/notesMaster1.xml" Id="R62268eafe3d94e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02c684a09148f5" /><Relationship Type="http://schemas.openxmlformats.org/officeDocument/2006/relationships/notesMaster" Target="/ppt/notesMasters/notesMaster1.xml" Id="R70c74365ef1545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1671e53a814821" /><Relationship Type="http://schemas.openxmlformats.org/officeDocument/2006/relationships/notesMaster" Target="/ppt/notesMasters/notesMaster1.xml" Id="R778fffdbf0c949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5e3cdc413f4863" /><Relationship Type="http://schemas.openxmlformats.org/officeDocument/2006/relationships/notesMaster" Target="/ppt/notesMasters/notesMaster1.xml" Id="R59125a5f0ad245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c5e5c6d8d14935" /><Relationship Type="http://schemas.openxmlformats.org/officeDocument/2006/relationships/notesMaster" Target="/ppt/notesMasters/notesMaster1.xml" Id="Rc600d740bc284c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acb4a4a8864524" /><Relationship Type="http://schemas.openxmlformats.org/officeDocument/2006/relationships/notesMaster" Target="/ppt/notesMasters/notesMaster1.xml" Id="Rd39d462c7ccd45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b6634e77ab43ce" /><Relationship Type="http://schemas.openxmlformats.org/officeDocument/2006/relationships/notesMaster" Target="/ppt/notesMasters/notesMaster1.xml" Id="Rf65d9c53a71c42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8d61f5559e4213" /><Relationship Type="http://schemas.openxmlformats.org/officeDocument/2006/relationships/notesMaster" Target="/ppt/notesMasters/notesMaster1.xml" Id="R07ae31c6117f4d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5a2b641f6843ba" /><Relationship Type="http://schemas.openxmlformats.org/officeDocument/2006/relationships/notesMaster" Target="/ppt/notesMasters/notesMaster1.xml" Id="R6bb6f55efcb741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cac59a59c449f4" /><Relationship Type="http://schemas.openxmlformats.org/officeDocument/2006/relationships/notesMaster" Target="/ppt/notesMasters/notesMaster1.xml" Id="R7734bd27ab0e4c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46b12705c44847" /><Relationship Type="http://schemas.openxmlformats.org/officeDocument/2006/relationships/notesMaster" Target="/ppt/notesMasters/notesMaster1.xml" Id="R4071b116693541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cc5734e9ec4546" /><Relationship Type="http://schemas.openxmlformats.org/officeDocument/2006/relationships/notesMaster" Target="/ppt/notesMasters/notesMaster1.xml" Id="R0a4dc8d87d694b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de043712384c1f" /><Relationship Type="http://schemas.openxmlformats.org/officeDocument/2006/relationships/notesMaster" Target="/ppt/notesMasters/notesMaster1.xml" Id="R30c16caddb4b43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d3301dd579e49b0" /><Relationship Type="http://schemas.openxmlformats.org/officeDocument/2006/relationships/notesMaster" Target="/ppt/notesMasters/notesMaster1.xml" Id="R8302ed86a1a44f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16a857d102b4079" /><Relationship Type="http://schemas.openxmlformats.org/officeDocument/2006/relationships/notesMaster" Target="/ppt/notesMasters/notesMaster1.xml" Id="Rf36a9c0a9c07447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761fb8b0ed945f2" /><Relationship Type="http://schemas.openxmlformats.org/officeDocument/2006/relationships/notesMaster" Target="/ppt/notesMasters/notesMaster1.xml" Id="Rd0cbd2f145f1438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1f696f436d349b1" /><Relationship Type="http://schemas.openxmlformats.org/officeDocument/2006/relationships/notesMaster" Target="/ppt/notesMasters/notesMaster1.xml" Id="R919f78f82eab409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fac182044334a32" /><Relationship Type="http://schemas.openxmlformats.org/officeDocument/2006/relationships/notesMaster" Target="/ppt/notesMasters/notesMaster1.xml" Id="R43d4e1d4901c423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4ff038feada468b" /><Relationship Type="http://schemas.openxmlformats.org/officeDocument/2006/relationships/notesMaster" Target="/ppt/notesMasters/notesMaster1.xml" Id="R522af786b62c494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749f06287124602" /><Relationship Type="http://schemas.openxmlformats.org/officeDocument/2006/relationships/notesMaster" Target="/ppt/notesMasters/notesMaster1.xml" Id="R8176c7c52f7c4bb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9f3d9727a304b62" /><Relationship Type="http://schemas.openxmlformats.org/officeDocument/2006/relationships/notesMaster" Target="/ppt/notesMasters/notesMaster1.xml" Id="R8973ce919e2e4f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团队姓名、部门和分工来自用户本轮提供的信息；正式参赛前建议团队复核一次。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/Users/domi/Public/Vibecoding/ontology3.0/designs/project-background-deck/内容审计与证据表.md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/Users/domi/Public/Vibecoding/ontology3.0/designs/project-background-deck/内容审计与证据表.md</a:t>
            </a:r>
          </a:p>
          <a:p xmlns:a="http://schemas.openxmlformats.org/drawingml/2006/main">
            <a:r>
              <a:t>- /Users/domi/Public/Vibecoding/ontology3.0/deliverables/新项目功能设计-阶段2数据工程-v0.1.md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- /Users/domi/Public/Vibecoding/ontology3.0/deliverables/新项目功能设计-阶段2数据工程-v0.1.md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- /Users/domi/Public/Vibecoding/ontology3.0/deliverables/新项目功能设计-阶段3智能问数-v0.1.md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/Users/domi/Public/Vibecoding/ontology3.0/deliverables/新项目功能设计-阶段3智能问数-v0.1.md</a:t>
            </a:r>
          </a:p>
          <a:p xmlns:a="http://schemas.openxmlformats.org/drawingml/2006/main">
            <a:r>
              <a:t>- /Users/domi/Public/Vibecoding/ontology3.0/designs/project-background-deck/内容审计与证据表.md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/Users/domi/Public/Vibecoding/ontology3.0/deliverables/新项目功能设计-阶段3智能问数-v0.1.md</a:t>
            </a:r>
          </a:p>
          <a:p xmlns:a="http://schemas.openxmlformats.org/drawingml/2006/main">
            <a:r>
              <a:t>- /Users/domi/Public/Vibecoding/ontology3.0/deliverables/新项目功能设计-阶段5Agent应用-v0.1.md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/Users/domi/Public/Vibecoding/ontology3.0/deliverables/新项目功能设计-阶段4决策中心-v0.1.md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/Users/domi/Public/Vibecoding/ontology3.0/deliverables/新项目功能设计-阶段2数据工程-v0.1.md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/Users/domi/Public/Vibecoding/ontology3.0/deliverables/新项目功能设计-阶段2数据工程-v0.1.md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/Users/domi/Public/Vibecoding/ontology3.0/deliverables/新项目功能设计-阶段2数据工程-v0.1.md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/Users/domi/Public/Vibecoding/ontology3.0/deliverables/新项目功能设计-阶段3智能问数-v0.1.md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/Users/domi/Public/Vibecoding/ontology3.0/deliverables/新项目功能设计-阶段5Agent应用-v0.1.md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/Users/domi/Public/Vibecoding/ontology3.0/deliverables/新项目功能设计-阶段6报告中心-v0.1.md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/Users/domi/Public/Vibecoding/ontology3.0/deliverables/新项目功能设计-阶段4决策中心-v0.1.md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/Users/domi/Public/Vibecoding/ontology3.0/designs/project-background-deck/内容审计与证据表.md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/Users/domi/Public/Vibecoding/ontology3.0/designs/project-background-deck/内容审计与证据表.md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a7f1fc168d40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a9281ed9447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a1fcbb56b4c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4d72c480146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5fa97d99d43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f771d373141a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362ee601341b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48ff6cef6465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56290cdf6465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62ac71bbf44d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549acc5974157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BE4B465-DA26-48A1-BB6E-CCAE8E196BB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lnSpc>
                <a:spcPct val="130000"/>
              </a:lnSpc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98B5613-131B-4375-8E96-1E5E119BB0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AF8E9D2-4310-46C4-9A75-4EB0136582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8FB7086-93C4-4D98-B0E5-32F7E162E4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2B201D1-4990-4DD7-B60B-9D1303C09F8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5F462C-34B8-417C-BFB2-7124E40D6C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FABC788-C1B6-42B9-864B-3B2B4F274FC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9902A79-D84B-46E5-8B86-C69748F9AD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D8C4814-DE9B-4F19-A71B-A1E6A0B979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66CB0C2-EA88-45D4-A544-E988944199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B7C41CB-0919-4628-BB75-7842D1CD95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2F7CBF9-AB0E-49E5-96D1-069C1DEA20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ED54A35-422A-4505-B575-601DD4F9BC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59CC20E-9833-496B-8F14-E81B73B53D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0EF272-0966-47A3-9796-1F7C10BE23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BDAE3D7-4ECB-4AFF-BE78-6413B88EC2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AE91F29-6387-4E6F-8A1D-488E3F28E4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80884B7-D80F-46E1-82A9-396B806C3C5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21E98AA-FC88-427C-ADFC-A739D6FCE1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C49EC50-E64D-4285-82C2-97426C59E9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9F493F5-A9D2-47BF-AC17-4A21F03CEB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90173AD-1C46-41DF-9802-E1050FD573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811CF1A-59C2-47F4-93A8-75FDB5F257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E90869D-33FB-44EC-9689-AD6AD680D41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E6FDB00-5DBB-46FA-BC54-BCF52A6CAA1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8748A75-B1A8-4074-93C9-0E81FBBFF90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78379E75-F544-4824-8E28-D78D5D132D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08C304E7-0394-4429-A06F-64F14262A8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EEAB57D-1E4C-4D41-A9AF-23AC578100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424B296-2997-498D-AB64-23CDDDCA24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CAED681-9308-4FFB-8CA4-BFE0105AD8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74982EC-1F5C-413E-947A-781D8E4DF6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38B7BA6-EBF3-46FE-B43F-3B32A39610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B0256AD-0A76-45F9-BF90-DFD1E4214C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EE8ECD0D-6A2F-49F4-A437-9D1B02E7C7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3DE631C-884E-4BE8-BEEC-DFDE08CF07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86F0107-12FD-43D6-A941-8509CAB8376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048735C-8C0E-415C-BFFA-A52CDAC978C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23947BB-120B-4FF3-A919-C2DD16F17B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A0A15-46A5-4F72-9CCF-41D1259FEF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0483932-1D03-435E-80CD-2EA5CB888A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91AA58E-3987-4F67-8D4D-C2C062D208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7B893F5C-976D-4BE6-973C-29741A3B17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792ADAB-8728-4C5F-9035-D28C000E48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9550BB5-7BD5-4887-B98D-810A7D0071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4E68FF-C99C-40E4-B414-1EB47146D6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63E1AAA-E482-49B9-9D45-3F3E593068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58515E1-52B1-468A-9643-78AC654C65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C3F12CB-1C4D-4CFD-A694-7311D9DBA2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A0D0C0E-64AC-4804-B476-6405D4F75D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EA63F6C0-A920-4EA6-A5E8-0215CA097B0D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4AABBD0-B7EF-4DDB-9411-63E6684B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384" y="6257290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 sz="900"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7480C20C-AC0A-4222-B09C-2A315743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" y="6340475"/>
            <a:ext cx="4064000" cy="1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 b="1">
                <a:solidFill>
                  <a:srgbClr val="009FE8"/>
                </a:solidFill>
                <a:latin typeface="微软雅黑"/>
                <a:ea typeface="微软雅黑"/>
                <a:cs typeface="微软雅黑"/>
              </a:rPr>
              <a:t>安全</a:t>
            </a:r>
            <a:r>
              <a:rPr sz="700" b="1">
                <a:latin typeface="微软雅黑"/>
                <a:ea typeface="微软雅黑"/>
                <a:cs typeface="微软雅黑"/>
              </a:rPr>
              <a:t> </a:t>
            </a:r>
            <a:r>
              <a:rPr sz="700" b="1">
                <a:solidFill>
                  <a:srgbClr val="B5B5B6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700" b="1">
                <a:latin typeface="微软雅黑"/>
                <a:ea typeface="微软雅黑"/>
                <a:cs typeface="微软雅黑"/>
              </a:rPr>
              <a:t> </a:t>
            </a:r>
            <a:r>
              <a:rPr sz="700" b="1">
                <a:solidFill>
                  <a:srgbClr val="7FBE25"/>
                </a:solidFill>
                <a:latin typeface="微软雅黑"/>
                <a:ea typeface="微软雅黑"/>
                <a:cs typeface="微软雅黑"/>
              </a:rPr>
              <a:t>绿色</a:t>
            </a:r>
            <a:r>
              <a:rPr sz="700" b="1">
                <a:solidFill>
                  <a:srgbClr val="7FBE2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1">
                <a:solidFill>
                  <a:srgbClr val="B5B5B6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700" b="1">
                <a:latin typeface="微软雅黑"/>
                <a:ea typeface="微软雅黑"/>
                <a:cs typeface="微软雅黑"/>
              </a:rPr>
              <a:t> </a:t>
            </a:r>
            <a:r>
              <a:rPr sz="700" b="1">
                <a:solidFill>
                  <a:srgbClr val="459946"/>
                </a:solidFill>
                <a:latin typeface="微软雅黑"/>
                <a:ea typeface="微软雅黑"/>
                <a:cs typeface="微软雅黑"/>
              </a:rPr>
              <a:t>创新</a:t>
            </a:r>
            <a:r>
              <a:rPr sz="700" b="1">
                <a:latin typeface="微软雅黑"/>
                <a:ea typeface="微软雅黑"/>
                <a:cs typeface="微软雅黑"/>
              </a:rPr>
              <a:t> </a:t>
            </a:r>
            <a:r>
              <a:rPr sz="700" b="1">
                <a:solidFill>
                  <a:srgbClr val="B5B5B6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700" b="1">
                <a:latin typeface="微软雅黑"/>
                <a:ea typeface="微软雅黑"/>
                <a:cs typeface="微软雅黑"/>
              </a:rPr>
              <a:t> </a:t>
            </a:r>
            <a:r>
              <a:rPr sz="700" b="1">
                <a:solidFill>
                  <a:srgbClr val="EC6D00"/>
                </a:solidFill>
                <a:latin typeface="微软雅黑"/>
                <a:ea typeface="微软雅黑"/>
                <a:cs typeface="微软雅黑"/>
              </a:rPr>
              <a:t>担当</a:t>
            </a:r>
            <a:endParaRPr sz="700" b="1">
              <a:solidFill>
                <a:srgbClr val="EC6D0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71a8b80fb84ec4" /><Relationship Type="http://schemas.openxmlformats.org/officeDocument/2006/relationships/slideLayout" Target="/ppt/slideLayouts/slideLayout1.xml" Id="R7ff1b32cfc684fa4" /><Relationship Type="http://schemas.openxmlformats.org/officeDocument/2006/relationships/slideLayout" Target="/ppt/slideLayouts/slideLayout2.xml" Id="R7dcef92fc92b47b7" /><Relationship Type="http://schemas.openxmlformats.org/officeDocument/2006/relationships/slideLayout" Target="/ppt/slideLayouts/slideLayout3.xml" Id="R298148d9bd844b77" /><Relationship Type="http://schemas.openxmlformats.org/officeDocument/2006/relationships/slideLayout" Target="/ppt/slideLayouts/slideLayout4.xml" Id="R4c28b70b653340a3" /><Relationship Type="http://schemas.openxmlformats.org/officeDocument/2006/relationships/slideLayout" Target="/ppt/slideLayouts/slideLayout5.xml" Id="R958d8674e47d4d59" /><Relationship Type="http://schemas.openxmlformats.org/officeDocument/2006/relationships/slideLayout" Target="/ppt/slideLayouts/slideLayout6.xml" Id="Rc072375d43aa42e6" /><Relationship Type="http://schemas.openxmlformats.org/officeDocument/2006/relationships/slideLayout" Target="/ppt/slideLayouts/slideLayout7.xml" Id="R28a1a60d2e0b4513" /><Relationship Type="http://schemas.openxmlformats.org/officeDocument/2006/relationships/slideLayout" Target="/ppt/slideLayouts/slideLayout8.xml" Id="R2091d19769ff4953" /><Relationship Type="http://schemas.openxmlformats.org/officeDocument/2006/relationships/slideLayout" Target="/ppt/slideLayouts/slideLayout9.xml" Id="Racfa32d3ff20456c" /><Relationship Type="http://schemas.openxmlformats.org/officeDocument/2006/relationships/slideLayout" Target="/ppt/slideLayouts/slideLayout10.xml" Id="R4beaf8d363124e23" /><Relationship Type="http://schemas.openxmlformats.org/officeDocument/2006/relationships/slideLayout" Target="/ppt/slideLayouts/slideLayout11.xml" Id="R1d709354c8ff4f2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7416E85-4229-4BBF-9515-1B11FDFCC9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935120D-4F10-4090-9B9D-C502357789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0D7EED9-69F9-4006-A11C-8BB2735111E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8688A0A-390D-4FBD-95C1-D3CC983C57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74E3234-452E-47CB-B048-760B0A0B90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f1b32cfc684fa4"/>
    <p:sldLayoutId xmlns:r="http://schemas.openxmlformats.org/officeDocument/2006/relationships" id="2147483650" r:id="R7dcef92fc92b47b7"/>
    <p:sldLayoutId xmlns:r="http://schemas.openxmlformats.org/officeDocument/2006/relationships" id="2147483651" r:id="R298148d9bd844b77"/>
    <p:sldLayoutId xmlns:r="http://schemas.openxmlformats.org/officeDocument/2006/relationships" id="2147483652" r:id="R4c28b70b653340a3"/>
    <p:sldLayoutId xmlns:r="http://schemas.openxmlformats.org/officeDocument/2006/relationships" id="2147483653" r:id="R958d8674e47d4d59"/>
    <p:sldLayoutId xmlns:r="http://schemas.openxmlformats.org/officeDocument/2006/relationships" id="2147483654" r:id="Rc072375d43aa42e6"/>
    <p:sldLayoutId xmlns:r="http://schemas.openxmlformats.org/officeDocument/2006/relationships" id="2147483655" r:id="R28a1a60d2e0b4513"/>
    <p:sldLayoutId xmlns:r="http://schemas.openxmlformats.org/officeDocument/2006/relationships" id="2147483656" r:id="R2091d19769ff4953"/>
    <p:sldLayoutId xmlns:r="http://schemas.openxmlformats.org/officeDocument/2006/relationships" id="2147483657" r:id="Racfa32d3ff20456c"/>
    <p:sldLayoutId xmlns:r="http://schemas.openxmlformats.org/officeDocument/2006/relationships" id="2147483658" r:id="R4beaf8d363124e23"/>
    <p:sldLayoutId xmlns:r="http://schemas.openxmlformats.org/officeDocument/2006/relationships" id="2147483659" r:id="R1d709354c8ff4f2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2660d4f6b432f" /><Relationship Type="http://schemas.openxmlformats.org/officeDocument/2006/relationships/image" Target="/ppt/media/image.jpeg" Id="Rc5930f19540442e8" /><Relationship Type="http://schemas.openxmlformats.org/officeDocument/2006/relationships/notesSlide" Target="/ppt/notesSlides/notesSlide1.xml" Id="Rd96d2fb9cd3b44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e83f231c59f4d6b" /><Relationship Type="http://schemas.openxmlformats.org/officeDocument/2006/relationships/image" Target="/ppt/media/image.png" Id="R8f0fc430d7c44f3a" /><Relationship Type="http://schemas.openxmlformats.org/officeDocument/2006/relationships/image" Target="/ppt/media/image2.png" Id="R4b9df1b5b2b84303" /><Relationship Type="http://schemas.openxmlformats.org/officeDocument/2006/relationships/notesSlide" Target="/ppt/notesSlides/notesSlide2.xml" Id="R50c2ef20b5664f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08a1fa1f958467e" /><Relationship Type="http://schemas.openxmlformats.org/officeDocument/2006/relationships/image" Target="/ppt/media/image.png" Id="R30e5233826e1465e" /><Relationship Type="http://schemas.openxmlformats.org/officeDocument/2006/relationships/image" Target="/ppt/media/image2.png" Id="R0091ebf262314e5a" /><Relationship Type="http://schemas.openxmlformats.org/officeDocument/2006/relationships/notesSlide" Target="/ppt/notesSlides/notesSlide3.xml" Id="Ra8fcece4e1b845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3d26b26f2594459" /><Relationship Type="http://schemas.openxmlformats.org/officeDocument/2006/relationships/image" Target="/ppt/media/image.png" Id="R593775c3ffd3416f" /><Relationship Type="http://schemas.openxmlformats.org/officeDocument/2006/relationships/image" Target="/ppt/media/image2.png" Id="R91c0c8ed93aa4012" /><Relationship Type="http://schemas.openxmlformats.org/officeDocument/2006/relationships/notesSlide" Target="/ppt/notesSlides/notesSlide4.xml" Id="R1913708a5d1347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1a63d4f5c5d45a5" /><Relationship Type="http://schemas.openxmlformats.org/officeDocument/2006/relationships/image" Target="/ppt/media/image.png" Id="R882d41c6a1fd4c68" /><Relationship Type="http://schemas.openxmlformats.org/officeDocument/2006/relationships/image" Target="/ppt/media/image2.png" Id="R8f4341b1dffa4fd6" /><Relationship Type="http://schemas.openxmlformats.org/officeDocument/2006/relationships/notesSlide" Target="/ppt/notesSlides/notesSlide5.xml" Id="R0a0537a16b394e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7dea91778e84114" /><Relationship Type="http://schemas.openxmlformats.org/officeDocument/2006/relationships/image" Target="/ppt/media/image.png" Id="R521cb700f1384fcf" /><Relationship Type="http://schemas.openxmlformats.org/officeDocument/2006/relationships/image" Target="/ppt/media/image2.png" Id="Rfdff668fbf6d4b16" /><Relationship Type="http://schemas.openxmlformats.org/officeDocument/2006/relationships/notesSlide" Target="/ppt/notesSlides/notesSlide6.xml" Id="Ra7b19fa9ac064f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7830829f9f54d97" /><Relationship Type="http://schemas.openxmlformats.org/officeDocument/2006/relationships/image" Target="/ppt/media/image.png" Id="R4a8febac452146f7" /><Relationship Type="http://schemas.openxmlformats.org/officeDocument/2006/relationships/image" Target="/ppt/media/image2.png" Id="R29703b43d5b14a3b" /><Relationship Type="http://schemas.openxmlformats.org/officeDocument/2006/relationships/notesSlide" Target="/ppt/notesSlides/notesSlide7.xml" Id="R58d128c3f5534d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e3154948d074d47" /><Relationship Type="http://schemas.openxmlformats.org/officeDocument/2006/relationships/image" Target="/ppt/media/image.png" Id="R8beca36e398e4a44" /><Relationship Type="http://schemas.openxmlformats.org/officeDocument/2006/relationships/image" Target="/ppt/media/image2.png" Id="Rec1e3b203e244fdd" /><Relationship Type="http://schemas.openxmlformats.org/officeDocument/2006/relationships/notesSlide" Target="/ppt/notesSlides/notesSlide8.xml" Id="R01944176bc2941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bbb98c0aa6c4c00" /><Relationship Type="http://schemas.openxmlformats.org/officeDocument/2006/relationships/image" Target="/ppt/media/image.png" Id="Re4c9213c9a8d43b0" /><Relationship Type="http://schemas.openxmlformats.org/officeDocument/2006/relationships/image" Target="/ppt/media/image2.png" Id="R8f90ed98f14a4c81" /><Relationship Type="http://schemas.openxmlformats.org/officeDocument/2006/relationships/notesSlide" Target="/ppt/notesSlides/notesSlide9.xml" Id="Rfe53ba34a42d44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0205fd6d1044685" /><Relationship Type="http://schemas.openxmlformats.org/officeDocument/2006/relationships/image" Target="/ppt/media/image.png" Id="Rd9da61e7fe4040a0" /><Relationship Type="http://schemas.openxmlformats.org/officeDocument/2006/relationships/image" Target="/ppt/media/image2.png" Id="R37358f255e3d4639" /><Relationship Type="http://schemas.openxmlformats.org/officeDocument/2006/relationships/notesSlide" Target="/ppt/notesSlides/notesSlide10.xml" Id="R1625dbe42d0644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b5a5354b78140a6" /><Relationship Type="http://schemas.openxmlformats.org/officeDocument/2006/relationships/image" Target="/ppt/media/image.png" Id="R04d27123eca04a8e" /><Relationship Type="http://schemas.openxmlformats.org/officeDocument/2006/relationships/image" Target="/ppt/media/image2.png" Id="R9b25ebc4122543a4" /><Relationship Type="http://schemas.openxmlformats.org/officeDocument/2006/relationships/notesSlide" Target="/ppt/notesSlides/notesSlide11.xml" Id="R145054b9635347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c473ee0e8a8425a" /><Relationship Type="http://schemas.openxmlformats.org/officeDocument/2006/relationships/image" Target="/ppt/media/image.png" Id="Ra1c9e8042b48471e" /><Relationship Type="http://schemas.openxmlformats.org/officeDocument/2006/relationships/image" Target="/ppt/media/image2.png" Id="R70acaf7bbda7438d" /><Relationship Type="http://schemas.openxmlformats.org/officeDocument/2006/relationships/notesSlide" Target="/ppt/notesSlides/notesSlide12.xml" Id="R41e5a213fa734d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35ad7e136a540a7" /><Relationship Type="http://schemas.openxmlformats.org/officeDocument/2006/relationships/image" Target="/ppt/media/image.png" Id="R3fb6e9a5fa174bda" /><Relationship Type="http://schemas.openxmlformats.org/officeDocument/2006/relationships/image" Target="/ppt/media/image2.png" Id="Rc633b916d3fc4f73" /><Relationship Type="http://schemas.openxmlformats.org/officeDocument/2006/relationships/notesSlide" Target="/ppt/notesSlides/notesSlide13.xml" Id="R27d9fc9b3b9543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3c267f31fe54262" /><Relationship Type="http://schemas.openxmlformats.org/officeDocument/2006/relationships/image" Target="/ppt/media/image.png" Id="Rc3d4a7c3a281423f" /><Relationship Type="http://schemas.openxmlformats.org/officeDocument/2006/relationships/image" Target="/ppt/media/image2.png" Id="Rdfd981709f1246f7" /><Relationship Type="http://schemas.openxmlformats.org/officeDocument/2006/relationships/notesSlide" Target="/ppt/notesSlides/notesSlide14.xml" Id="Rc45901231b9940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21928df3af14d2e" /><Relationship Type="http://schemas.openxmlformats.org/officeDocument/2006/relationships/image" Target="/ppt/media/image.png" Id="Rde0c2043e8644bf7" /><Relationship Type="http://schemas.openxmlformats.org/officeDocument/2006/relationships/image" Target="/ppt/media/image2.png" Id="Rd13f8d9ae2204cbb" /><Relationship Type="http://schemas.openxmlformats.org/officeDocument/2006/relationships/notesSlide" Target="/ppt/notesSlides/notesSlide15.xml" Id="R43a9d38b4d6147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e586e6a2e274f4a" /><Relationship Type="http://schemas.openxmlformats.org/officeDocument/2006/relationships/image" Target="/ppt/media/image.png" Id="Rf797aec3ee734f23" /><Relationship Type="http://schemas.openxmlformats.org/officeDocument/2006/relationships/image" Target="/ppt/media/image2.png" Id="Rc15089ea34a448f5" /><Relationship Type="http://schemas.openxmlformats.org/officeDocument/2006/relationships/notesSlide" Target="/ppt/notesSlides/notesSlide16.xml" Id="Ra7c4e85aa80042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3bc392e3b8e4067" /><Relationship Type="http://schemas.openxmlformats.org/officeDocument/2006/relationships/image" Target="/ppt/media/image.png" Id="Re3859970ceb44a3f" /><Relationship Type="http://schemas.openxmlformats.org/officeDocument/2006/relationships/image" Target="/ppt/media/image2.png" Id="R3ca1747dc77541d8" /><Relationship Type="http://schemas.openxmlformats.org/officeDocument/2006/relationships/notesSlide" Target="/ppt/notesSlides/notesSlide17.xml" Id="Rc9209524ac1942d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a18462db8124cbb" /><Relationship Type="http://schemas.openxmlformats.org/officeDocument/2006/relationships/image" Target="/ppt/media/image.png" Id="R14c4bad01ffe4119" /><Relationship Type="http://schemas.openxmlformats.org/officeDocument/2006/relationships/image" Target="/ppt/media/image2.png" Id="Rbd50798dfe844e49" /><Relationship Type="http://schemas.openxmlformats.org/officeDocument/2006/relationships/notesSlide" Target="/ppt/notesSlides/notesSlide18.xml" Id="R756d1027e981485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0f10b60eeca4fc3" /><Relationship Type="http://schemas.openxmlformats.org/officeDocument/2006/relationships/image" Target="/ppt/media/image.png" Id="Rede9908767d24b91" /><Relationship Type="http://schemas.openxmlformats.org/officeDocument/2006/relationships/image" Target="/ppt/media/image2.png" Id="R8031e02a706a4bd8" /><Relationship Type="http://schemas.openxmlformats.org/officeDocument/2006/relationships/notesSlide" Target="/ppt/notesSlides/notesSlide19.xml" Id="R34121b70ff0f43f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04506c939104dae" /><Relationship Type="http://schemas.openxmlformats.org/officeDocument/2006/relationships/image" Target="/ppt/media/image.png" Id="R52fe7ef3e31d4083" /><Relationship Type="http://schemas.openxmlformats.org/officeDocument/2006/relationships/image" Target="/ppt/media/image2.png" Id="R2451391fb2144028" /><Relationship Type="http://schemas.openxmlformats.org/officeDocument/2006/relationships/notesSlide" Target="/ppt/notesSlides/notesSlide20.xml" Id="R92c803afd24d47c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ae02909673440f4" /><Relationship Type="http://schemas.openxmlformats.org/officeDocument/2006/relationships/image" Target="/ppt/media/image.png" Id="R487d8d890c514d23" /><Relationship Type="http://schemas.openxmlformats.org/officeDocument/2006/relationships/image" Target="/ppt/media/image2.png" Id="R274468df3710498b" /><Relationship Type="http://schemas.openxmlformats.org/officeDocument/2006/relationships/notesSlide" Target="/ppt/notesSlides/notesSlide21.xml" Id="R94d37e584352427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96f0775ac5f44c4" /><Relationship Type="http://schemas.openxmlformats.org/officeDocument/2006/relationships/image" Target="/ppt/media/image.png" Id="R98b12756fb9b4f83" /><Relationship Type="http://schemas.openxmlformats.org/officeDocument/2006/relationships/image" Target="/ppt/media/image2.png" Id="R838346c81476463a" /><Relationship Type="http://schemas.openxmlformats.org/officeDocument/2006/relationships/notesSlide" Target="/ppt/notesSlides/notesSlide22.xml" Id="Rec214b4ff4b14d8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412e2d55e094c05" /><Relationship Type="http://schemas.openxmlformats.org/officeDocument/2006/relationships/image" Target="/ppt/media/image.png" Id="Rc78d19835d134959" /><Relationship Type="http://schemas.openxmlformats.org/officeDocument/2006/relationships/image" Target="/ppt/media/image2.png" Id="Rd389b31262144726" /><Relationship Type="http://schemas.openxmlformats.org/officeDocument/2006/relationships/notesSlide" Target="/ppt/notesSlides/notesSlide23.xml" Id="Rda59fba2f2044b5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5f6e69df9644d23" /><Relationship Type="http://schemas.openxmlformats.org/officeDocument/2006/relationships/image" Target="/ppt/media/image.png" Id="R61d97fca4d704e64" /><Relationship Type="http://schemas.openxmlformats.org/officeDocument/2006/relationships/image" Target="/ppt/media/image2.png" Id="R7c6a9bfb6aa04e01" /><Relationship Type="http://schemas.openxmlformats.org/officeDocument/2006/relationships/notesSlide" Target="/ppt/notesSlides/notesSlide24.xml" Id="R6e27ad2526bd4f43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5930f19540442e8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9FCF913-FC1E-4A7A-9E7F-470F1A4F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57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 C｜决策旅程型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F9E0F9E-1DDA-459B-ADFE-A4AEAA4F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一笔融资记录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如何走到负责人待办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5D05FC7-06B6-469B-8A39-1FB9331A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A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EAF5FF"/>
                </a:solidFill>
                <a:latin typeface="微软雅黑"/>
                <a:ea typeface="微软雅黑"/>
                <a:cs typeface="微软雅黑"/>
              </a:rPr>
              <a:t>ontology3.0｜从数据事实到人工确认后的行动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ADB13E4B-FE8B-42B7-9EEC-587A5E35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A722F57E-7ED9-4C70-B9DD-4A176FAA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52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E6F0F8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E6F0F8"/>
                </a:solidFill>
                <a:latin typeface="微软雅黑"/>
                <a:ea typeface="微软雅黑"/>
                <a:cs typeface="微软雅黑"/>
              </a:rPr>
              <a:t>项目背景介绍｜2026</a:t>
            </a:r>
          </a:p>
        </p:txBody>
      </p:sp>
    </p:spTree>
    <p:extLst>
      <p:ext uri="{BB962C8B-B14F-4D97-AF65-F5344CB8AC3E}">
        <p14:creationId xmlns:p14="http://schemas.microsoft.com/office/powerpoint/2010/main" val="13802678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fc430d7c44f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df1b5b2b843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2">
            <a:extLst xmlns:a="http://schemas.openxmlformats.org/drawingml/2006/main">
              <a:ext uri="{FF2B5EF4-FFF2-40B4-BE49-F238E27FC236}">
                <a16:creationId xmlns:a16="http://schemas.microsoft.com/office/drawing/2014/main" id="{D47367D0-1512-4FAC-88A0-E82A18D0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团队介绍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02BFCFB2-A3AE-4DBA-9EE4-4B0B40CA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四类专业分工支撑平台与三个业务场景</a:t>
            </a:r>
          </a:p>
        </p:txBody>
      </p:sp>
      <p:sp>
        <p:nvSpPr>
          <p:cNvPr id="5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583AE745-EDAD-47B2-A449-6CE866B5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team-card-1">
            <a:extLst xmlns:a="http://schemas.openxmlformats.org/drawingml/2006/main">
              <a:ext uri="{FF2B5EF4-FFF2-40B4-BE49-F238E27FC236}">
                <a16:creationId xmlns:a16="http://schemas.microsoft.com/office/drawing/2014/main" id="{867C359A-9980-434A-9067-1D9ABE2E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2571750" cy="33147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7" name="photo-placeholder-1">
            <a:extLst xmlns:a="http://schemas.openxmlformats.org/drawingml/2006/main">
              <a:ext uri="{FF2B5EF4-FFF2-40B4-BE49-F238E27FC236}">
                <a16:creationId xmlns:a16="http://schemas.microsoft.com/office/drawing/2014/main" id="{1847BB58-DCE9-4402-A227-E5C3A6D5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9800"/>
            <a:ext cx="1162050" cy="12573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8" name="photo-head-1">
            <a:extLst xmlns:a="http://schemas.openxmlformats.org/drawingml/2006/main">
              <a:ext uri="{FF2B5EF4-FFF2-40B4-BE49-F238E27FC236}">
                <a16:creationId xmlns:a16="http://schemas.microsoft.com/office/drawing/2014/main" id="{549E9815-394B-4992-9F35-D20CB137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33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9" name="photo-body-1">
            <a:extLst xmlns:a="http://schemas.openxmlformats.org/drawingml/2006/main">
              <a:ext uri="{FF2B5EF4-FFF2-40B4-BE49-F238E27FC236}">
                <a16:creationId xmlns:a16="http://schemas.microsoft.com/office/drawing/2014/main" id="{0624CF5D-E3CA-4D82-AFF0-3544F7E2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38450"/>
            <a:ext cx="590550" cy="476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0" name="photo-label-1">
            <a:extLst xmlns:a="http://schemas.openxmlformats.org/drawingml/2006/main">
              <a:ext uri="{FF2B5EF4-FFF2-40B4-BE49-F238E27FC236}">
                <a16:creationId xmlns:a16="http://schemas.microsoft.com/office/drawing/2014/main" id="{AF0EE3E9-E2B5-4171-9891-5916F525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623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照片</a:t>
            </a:r>
          </a:p>
        </p:txBody>
      </p:sp>
      <p:sp>
        <p:nvSpPr>
          <p:cNvPr id="11" name="team-role-1">
            <a:extLst xmlns:a="http://schemas.openxmlformats.org/drawingml/2006/main">
              <a:ext uri="{FF2B5EF4-FFF2-40B4-BE49-F238E27FC236}">
                <a16:creationId xmlns:a16="http://schemas.microsoft.com/office/drawing/2014/main" id="{CD6C37A6-D8A6-45F3-8231-9FF3CFCE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组长</a:t>
            </a:r>
          </a:p>
        </p:txBody>
      </p:sp>
      <p:sp>
        <p:nvSpPr>
          <p:cNvPr id="12" name="team-name-1">
            <a:extLst xmlns:a="http://schemas.openxmlformats.org/drawingml/2006/main">
              <a:ext uri="{FF2B5EF4-FFF2-40B4-BE49-F238E27FC236}">
                <a16:creationId xmlns:a16="http://schemas.microsoft.com/office/drawing/2014/main" id="{AF02E66F-401A-48FE-B397-456FD4E7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张栋</a:t>
            </a:r>
          </a:p>
        </p:txBody>
      </p:sp>
      <p:sp>
        <p:nvSpPr>
          <p:cNvPr id="13" name="team-dept-1">
            <a:extLst xmlns:a="http://schemas.openxmlformats.org/drawingml/2006/main">
              <a:ext uri="{FF2B5EF4-FFF2-40B4-BE49-F238E27FC236}">
                <a16:creationId xmlns:a16="http://schemas.microsoft.com/office/drawing/2014/main" id="{02212F97-DCD9-4DFF-9F40-5885C6F3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767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财务公司规划财务部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9525A-8309-4F1A-9712-74BE59FE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5" name="team-duty-1">
            <a:extLst xmlns:a="http://schemas.openxmlformats.org/drawingml/2006/main">
              <a:ext uri="{FF2B5EF4-FFF2-40B4-BE49-F238E27FC236}">
                <a16:creationId xmlns:a16="http://schemas.microsoft.com/office/drawing/2014/main" id="{58A1B807-D60C-4D3C-9F9C-AFBA5C68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平台架构和功能建设</a:t>
            </a:r>
          </a:p>
        </p:txBody>
      </p:sp>
      <p:sp>
        <p:nvSpPr>
          <p:cNvPr id="16" name="team-card-2">
            <a:extLst xmlns:a="http://schemas.openxmlformats.org/drawingml/2006/main">
              <a:ext uri="{FF2B5EF4-FFF2-40B4-BE49-F238E27FC236}">
                <a16:creationId xmlns:a16="http://schemas.microsoft.com/office/drawing/2014/main" id="{14E89FA4-3222-4883-8C1B-BE318BAC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19300"/>
            <a:ext cx="2571750" cy="33147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7" name="photo-placeholder-2">
            <a:extLst xmlns:a="http://schemas.openxmlformats.org/drawingml/2006/main">
              <a:ext uri="{FF2B5EF4-FFF2-40B4-BE49-F238E27FC236}">
                <a16:creationId xmlns:a16="http://schemas.microsoft.com/office/drawing/2014/main" id="{6C1EBF76-595B-4DC4-867D-B312B777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09800"/>
            <a:ext cx="1162050" cy="12573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8" name="photo-head-2">
            <a:extLst xmlns:a="http://schemas.openxmlformats.org/drawingml/2006/main">
              <a:ext uri="{FF2B5EF4-FFF2-40B4-BE49-F238E27FC236}">
                <a16:creationId xmlns:a16="http://schemas.microsoft.com/office/drawing/2014/main" id="{9EACD26A-5055-496A-970F-CCAF6CF8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9" name="photo-body-2">
            <a:extLst xmlns:a="http://schemas.openxmlformats.org/drawingml/2006/main">
              <a:ext uri="{FF2B5EF4-FFF2-40B4-BE49-F238E27FC236}">
                <a16:creationId xmlns:a16="http://schemas.microsoft.com/office/drawing/2014/main" id="{21577A4C-7CB5-453D-8FA9-65BCE7B6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590550" cy="476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0" name="photo-label-2">
            <a:extLst xmlns:a="http://schemas.openxmlformats.org/drawingml/2006/main">
              <a:ext uri="{FF2B5EF4-FFF2-40B4-BE49-F238E27FC236}">
                <a16:creationId xmlns:a16="http://schemas.microsoft.com/office/drawing/2014/main" id="{39E9F5AD-AECC-4CF2-A58A-04A4D0C7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623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照片</a:t>
            </a:r>
          </a:p>
        </p:txBody>
      </p:sp>
      <p:sp>
        <p:nvSpPr>
          <p:cNvPr id="21" name="team-role-2">
            <a:extLst xmlns:a="http://schemas.openxmlformats.org/drawingml/2006/main">
              <a:ext uri="{FF2B5EF4-FFF2-40B4-BE49-F238E27FC236}">
                <a16:creationId xmlns:a16="http://schemas.microsoft.com/office/drawing/2014/main" id="{579920D2-DB69-40A2-8627-E0083435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57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组员</a:t>
            </a:r>
          </a:p>
        </p:txBody>
      </p:sp>
      <p:sp>
        <p:nvSpPr>
          <p:cNvPr id="22" name="team-name-2">
            <a:extLst xmlns:a="http://schemas.openxmlformats.org/drawingml/2006/main">
              <a:ext uri="{FF2B5EF4-FFF2-40B4-BE49-F238E27FC236}">
                <a16:creationId xmlns:a16="http://schemas.microsoft.com/office/drawing/2014/main" id="{97793BB0-18C6-41CA-B675-E3F5AE3F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谢航雨</a:t>
            </a:r>
          </a:p>
        </p:txBody>
      </p:sp>
      <p:sp>
        <p:nvSpPr>
          <p:cNvPr id="23" name="team-dept-2">
            <a:extLst xmlns:a="http://schemas.openxmlformats.org/drawingml/2006/main">
              <a:ext uri="{FF2B5EF4-FFF2-40B4-BE49-F238E27FC236}">
                <a16:creationId xmlns:a16="http://schemas.microsoft.com/office/drawing/2014/main" id="{7815A328-6B61-440E-814D-4FE0DCB7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767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财务公司信贷融资部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977CCF-9A19-4784-A95E-E58DFC30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9582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5" name="team-duty-2">
            <a:extLst xmlns:a="http://schemas.openxmlformats.org/drawingml/2006/main">
              <a:ext uri="{FF2B5EF4-FFF2-40B4-BE49-F238E27FC236}">
                <a16:creationId xmlns:a16="http://schemas.microsoft.com/office/drawing/2014/main" id="{D0BA89F1-E736-4BCB-8C00-2E9CD536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0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集团债务风险监控场景开发</a:t>
            </a:r>
          </a:p>
        </p:txBody>
      </p:sp>
      <p:sp>
        <p:nvSpPr>
          <p:cNvPr id="26" name="team-card-3">
            <a:extLst xmlns:a="http://schemas.openxmlformats.org/drawingml/2006/main">
              <a:ext uri="{FF2B5EF4-FFF2-40B4-BE49-F238E27FC236}">
                <a16:creationId xmlns:a16="http://schemas.microsoft.com/office/drawing/2014/main" id="{BF9F6CA6-C340-45B4-BD4A-7A64DB7A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19300"/>
            <a:ext cx="2571750" cy="33147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7" name="photo-placeholder-3">
            <a:extLst xmlns:a="http://schemas.openxmlformats.org/drawingml/2006/main">
              <a:ext uri="{FF2B5EF4-FFF2-40B4-BE49-F238E27FC236}">
                <a16:creationId xmlns:a16="http://schemas.microsoft.com/office/drawing/2014/main" id="{0F7EC13D-1AB4-42FF-8B36-0DD395C8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1162050" cy="12573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8" name="photo-head-3">
            <a:extLst xmlns:a="http://schemas.openxmlformats.org/drawingml/2006/main">
              <a:ext uri="{FF2B5EF4-FFF2-40B4-BE49-F238E27FC236}">
                <a16:creationId xmlns:a16="http://schemas.microsoft.com/office/drawing/2014/main" id="{B1FE8BAA-7C49-4A82-B5BC-FB579517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33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9" name="photo-body-3">
            <a:extLst xmlns:a="http://schemas.openxmlformats.org/drawingml/2006/main">
              <a:ext uri="{FF2B5EF4-FFF2-40B4-BE49-F238E27FC236}">
                <a16:creationId xmlns:a16="http://schemas.microsoft.com/office/drawing/2014/main" id="{2E287E1E-DBE5-498F-A5BD-0CD21B74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38450"/>
            <a:ext cx="590550" cy="476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0" name="photo-label-3">
            <a:extLst xmlns:a="http://schemas.openxmlformats.org/drawingml/2006/main">
              <a:ext uri="{FF2B5EF4-FFF2-40B4-BE49-F238E27FC236}">
                <a16:creationId xmlns:a16="http://schemas.microsoft.com/office/drawing/2014/main" id="{DFD1E003-1C8C-460F-BA3B-7239CCDC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623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照片</a:t>
            </a:r>
          </a:p>
        </p:txBody>
      </p:sp>
      <p:sp>
        <p:nvSpPr>
          <p:cNvPr id="31" name="team-role-3">
            <a:extLst xmlns:a="http://schemas.openxmlformats.org/drawingml/2006/main">
              <a:ext uri="{FF2B5EF4-FFF2-40B4-BE49-F238E27FC236}">
                <a16:creationId xmlns:a16="http://schemas.microsoft.com/office/drawing/2014/main" id="{C2E49EC6-E4C4-43D3-B1B3-1B01D371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57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组员</a:t>
            </a:r>
          </a:p>
        </p:txBody>
      </p:sp>
      <p:sp>
        <p:nvSpPr>
          <p:cNvPr id="32" name="team-name-3">
            <a:extLst xmlns:a="http://schemas.openxmlformats.org/drawingml/2006/main">
              <a:ext uri="{FF2B5EF4-FFF2-40B4-BE49-F238E27FC236}">
                <a16:creationId xmlns:a16="http://schemas.microsoft.com/office/drawing/2014/main" id="{777A3EED-DB52-43E2-97A3-BE98D00B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刘明明</a:t>
            </a:r>
          </a:p>
        </p:txBody>
      </p:sp>
      <p:sp>
        <p:nvSpPr>
          <p:cNvPr id="33" name="team-dept-3">
            <a:extLst xmlns:a="http://schemas.openxmlformats.org/drawingml/2006/main">
              <a:ext uri="{FF2B5EF4-FFF2-40B4-BE49-F238E27FC236}">
                <a16:creationId xmlns:a16="http://schemas.microsoft.com/office/drawing/2014/main" id="{D0E7301C-840E-44E5-92F9-50CB1237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767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财务公司信贷融资部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8C57AD-FAAA-41F8-99C8-5F7FDB8B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9582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5" name="team-duty-3">
            <a:extLst xmlns:a="http://schemas.openxmlformats.org/drawingml/2006/main">
              <a:ext uri="{FF2B5EF4-FFF2-40B4-BE49-F238E27FC236}">
                <a16:creationId xmlns:a16="http://schemas.microsoft.com/office/drawing/2014/main" id="{EDF534DB-2E63-4CC6-9755-00CC7A1C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0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财务公司贷前报告场景开发</a:t>
            </a:r>
          </a:p>
        </p:txBody>
      </p:sp>
      <p:sp>
        <p:nvSpPr>
          <p:cNvPr id="36" name="team-card-4">
            <a:extLst xmlns:a="http://schemas.openxmlformats.org/drawingml/2006/main">
              <a:ext uri="{FF2B5EF4-FFF2-40B4-BE49-F238E27FC236}">
                <a16:creationId xmlns:a16="http://schemas.microsoft.com/office/drawing/2014/main" id="{68A3F1FC-8AEE-4865-A721-EF4CA934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19300"/>
            <a:ext cx="2571750" cy="33147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7" name="photo-placeholder-4">
            <a:extLst xmlns:a="http://schemas.openxmlformats.org/drawingml/2006/main">
              <a:ext uri="{FF2B5EF4-FFF2-40B4-BE49-F238E27FC236}">
                <a16:creationId xmlns:a16="http://schemas.microsoft.com/office/drawing/2014/main" id="{0707C46C-580E-4ECD-A648-F00E12CC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09800"/>
            <a:ext cx="1162050" cy="12573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8" name="photo-head-4">
            <a:extLst xmlns:a="http://schemas.openxmlformats.org/drawingml/2006/main">
              <a:ext uri="{FF2B5EF4-FFF2-40B4-BE49-F238E27FC236}">
                <a16:creationId xmlns:a16="http://schemas.microsoft.com/office/drawing/2014/main" id="{2D083291-0796-4D5F-8806-732527DD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33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9" name="photo-body-4">
            <a:extLst xmlns:a="http://schemas.openxmlformats.org/drawingml/2006/main">
              <a:ext uri="{FF2B5EF4-FFF2-40B4-BE49-F238E27FC236}">
                <a16:creationId xmlns:a16="http://schemas.microsoft.com/office/drawing/2014/main" id="{2E17A952-2BEB-4057-AE9C-C1D79772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38450"/>
            <a:ext cx="590550" cy="476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40" name="photo-label-4">
            <a:extLst xmlns:a="http://schemas.openxmlformats.org/drawingml/2006/main">
              <a:ext uri="{FF2B5EF4-FFF2-40B4-BE49-F238E27FC236}">
                <a16:creationId xmlns:a16="http://schemas.microsoft.com/office/drawing/2014/main" id="{6F85AAB6-36BA-47F4-BE30-2E603F48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623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照片</a:t>
            </a:r>
          </a:p>
        </p:txBody>
      </p:sp>
      <p:sp>
        <p:nvSpPr>
          <p:cNvPr id="41" name="team-role-4">
            <a:extLst xmlns:a="http://schemas.openxmlformats.org/drawingml/2006/main">
              <a:ext uri="{FF2B5EF4-FFF2-40B4-BE49-F238E27FC236}">
                <a16:creationId xmlns:a16="http://schemas.microsoft.com/office/drawing/2014/main" id="{7DEA0117-9B48-4061-B622-E09A1D59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组员</a:t>
            </a:r>
          </a:p>
        </p:txBody>
      </p:sp>
      <p:sp>
        <p:nvSpPr>
          <p:cNvPr id="42" name="team-name-4">
            <a:extLst xmlns:a="http://schemas.openxmlformats.org/drawingml/2006/main">
              <a:ext uri="{FF2B5EF4-FFF2-40B4-BE49-F238E27FC236}">
                <a16:creationId xmlns:a16="http://schemas.microsoft.com/office/drawing/2014/main" id="{B2FF9D58-DAF9-4573-BF62-F4437EED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05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林擎妍</a:t>
            </a:r>
          </a:p>
        </p:txBody>
      </p:sp>
      <p:sp>
        <p:nvSpPr>
          <p:cNvPr id="43" name="team-dept-4">
            <a:extLst xmlns:a="http://schemas.openxmlformats.org/drawingml/2006/main">
              <a:ext uri="{FF2B5EF4-FFF2-40B4-BE49-F238E27FC236}">
                <a16:creationId xmlns:a16="http://schemas.microsoft.com/office/drawing/2014/main" id="{8DBB5132-71EC-4ADC-A730-A4977776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767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苏州院财务部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B5D9D1-A7C0-4350-B30D-1BD73BA2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9582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45" name="team-duty-4">
            <a:extLst xmlns:a="http://schemas.openxmlformats.org/drawingml/2006/main">
              <a:ext uri="{FF2B5EF4-FFF2-40B4-BE49-F238E27FC236}">
                <a16:creationId xmlns:a16="http://schemas.microsoft.com/office/drawing/2014/main" id="{ECCFEB9A-9B82-40C0-8AC6-261B943C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10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预算管理监督场景开发</a:t>
            </a:r>
          </a:p>
        </p:txBody>
      </p:sp>
      <p:sp>
        <p:nvSpPr>
          <p:cNvPr id="46" name="footer-note-2">
            <a:extLst xmlns:a="http://schemas.openxmlformats.org/drawingml/2006/main">
              <a:ext uri="{FF2B5EF4-FFF2-40B4-BE49-F238E27FC236}">
                <a16:creationId xmlns:a16="http://schemas.microsoft.com/office/drawing/2014/main" id="{A191EDEB-70AE-471A-B100-7B399E05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平台建设团队｜架构与三类业务场景</a:t>
            </a:r>
          </a:p>
        </p:txBody>
      </p:sp>
      <p:sp>
        <p:nvSpPr>
          <p:cNvPr id="47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9DFB2BE9-A682-4EAC-829E-ECF26A7B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5233826e146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1ebf262314e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3">
            <a:extLst xmlns:a="http://schemas.openxmlformats.org/drawingml/2006/main">
              <a:ext uri="{FF2B5EF4-FFF2-40B4-BE49-F238E27FC236}">
                <a16:creationId xmlns:a16="http://schemas.microsoft.com/office/drawing/2014/main" id="{F3ECC3F5-C83F-4D84-9DF3-92C0C6DF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一笔融资的决策旅程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E21C7232-BF28-47F4-A34D-1B696333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当前脱敏数据集为这条旅程提供结构验证基线</a:t>
            </a:r>
          </a:p>
        </p:txBody>
      </p:sp>
      <p:sp>
        <p:nvSpPr>
          <p:cNvPr id="5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C488BA48-1087-4846-8321-1383AB2E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opening-edge-1">
            <a:extLst xmlns:a="http://schemas.openxmlformats.org/drawingml/2006/main">
              <a:ext uri="{FF2B5EF4-FFF2-40B4-BE49-F238E27FC236}">
                <a16:creationId xmlns:a16="http://schemas.microsoft.com/office/drawing/2014/main" id="{46EA956D-3376-4F86-A0B2-FC1D00D1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337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7" name="opening-edge-1-arrowhead">
            <a:extLst xmlns:a="http://schemas.openxmlformats.org/drawingml/2006/main">
              <a:ext uri="{FF2B5EF4-FFF2-40B4-BE49-F238E27FC236}">
                <a16:creationId xmlns:a16="http://schemas.microsoft.com/office/drawing/2014/main" id="{3846A1AB-FF69-4407-B670-27795468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86100" y="3276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8" name="opening-edge-2">
            <a:extLst xmlns:a="http://schemas.openxmlformats.org/drawingml/2006/main">
              <a:ext uri="{FF2B5EF4-FFF2-40B4-BE49-F238E27FC236}">
                <a16:creationId xmlns:a16="http://schemas.microsoft.com/office/drawing/2014/main" id="{C8FAB57F-C7E8-46CC-A609-592A4D7D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9" name="opening-edge-2-arrowhead">
            <a:extLst xmlns:a="http://schemas.openxmlformats.org/drawingml/2006/main">
              <a:ext uri="{FF2B5EF4-FFF2-40B4-BE49-F238E27FC236}">
                <a16:creationId xmlns:a16="http://schemas.microsoft.com/office/drawing/2014/main" id="{6AF0437B-BD74-4A82-A5B0-9FC7A20E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72150" y="3276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0" name="opening-edge-3">
            <a:extLst xmlns:a="http://schemas.openxmlformats.org/drawingml/2006/main">
              <a:ext uri="{FF2B5EF4-FFF2-40B4-BE49-F238E27FC236}">
                <a16:creationId xmlns:a16="http://schemas.microsoft.com/office/drawing/2014/main" id="{026F2E0E-AF62-4D86-9A2B-76A4B207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1" name="opening-edge-3-arrowhead">
            <a:extLst xmlns:a="http://schemas.openxmlformats.org/drawingml/2006/main">
              <a:ext uri="{FF2B5EF4-FFF2-40B4-BE49-F238E27FC236}">
                <a16:creationId xmlns:a16="http://schemas.microsoft.com/office/drawing/2014/main" id="{D0D929F7-DA63-414C-AA23-982A66B3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458200" y="3276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2" name="opening-node-1">
            <a:extLst xmlns:a="http://schemas.openxmlformats.org/drawingml/2006/main">
              <a:ext uri="{FF2B5EF4-FFF2-40B4-BE49-F238E27FC236}">
                <a16:creationId xmlns:a16="http://schemas.microsoft.com/office/drawing/2014/main" id="{380ED678-DAFB-423C-AF27-5D00941F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AE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13" name="opening-index-1">
            <a:extLst xmlns:a="http://schemas.openxmlformats.org/drawingml/2006/main">
              <a:ext uri="{FF2B5EF4-FFF2-40B4-BE49-F238E27FC236}">
                <a16:creationId xmlns:a16="http://schemas.microsoft.com/office/drawing/2014/main" id="{B919A75C-CF94-4CFC-817B-A52D6C84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4" name="opening-label-1">
            <a:extLst xmlns:a="http://schemas.openxmlformats.org/drawingml/2006/main">
              <a:ext uri="{FF2B5EF4-FFF2-40B4-BE49-F238E27FC236}">
                <a16:creationId xmlns:a16="http://schemas.microsoft.com/office/drawing/2014/main" id="{A5E1C383-60CB-4B3F-8584-4B3CBE8E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35 个字段</a:t>
            </a:r>
          </a:p>
        </p:txBody>
      </p:sp>
      <p:sp>
        <p:nvSpPr>
          <p:cNvPr id="15" name="opening-node-2">
            <a:extLst xmlns:a="http://schemas.openxmlformats.org/drawingml/2006/main">
              <a:ext uri="{FF2B5EF4-FFF2-40B4-BE49-F238E27FC236}">
                <a16:creationId xmlns:a16="http://schemas.microsoft.com/office/drawing/2014/main" id="{EC9B712F-2DAB-4E10-96B2-6A8F1051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41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6" name="opening-index-2">
            <a:extLst xmlns:a="http://schemas.openxmlformats.org/drawingml/2006/main">
              <a:ext uri="{FF2B5EF4-FFF2-40B4-BE49-F238E27FC236}">
                <a16:creationId xmlns:a16="http://schemas.microsoft.com/office/drawing/2014/main" id="{A83F3DAE-C194-4F3F-9AFC-2CCA582D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76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opening-label-2">
            <a:extLst xmlns:a="http://schemas.openxmlformats.org/drawingml/2006/main">
              <a:ext uri="{FF2B5EF4-FFF2-40B4-BE49-F238E27FC236}">
                <a16:creationId xmlns:a16="http://schemas.microsoft.com/office/drawing/2014/main" id="{ACB0C4CA-59AF-4AFE-A27E-99A67572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813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5,218 条明细</a:t>
            </a:r>
          </a:p>
        </p:txBody>
      </p:sp>
      <p:sp>
        <p:nvSpPr>
          <p:cNvPr id="18" name="opening-node-3">
            <a:extLst xmlns:a="http://schemas.openxmlformats.org/drawingml/2006/main">
              <a:ext uri="{FF2B5EF4-FFF2-40B4-BE49-F238E27FC236}">
                <a16:creationId xmlns:a16="http://schemas.microsoft.com/office/drawing/2014/main" id="{D524EDA0-33E1-4771-AA89-AD3DF5CF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9" name="opening-index-3">
            <a:extLst xmlns:a="http://schemas.openxmlformats.org/drawingml/2006/main">
              <a:ext uri="{FF2B5EF4-FFF2-40B4-BE49-F238E27FC236}">
                <a16:creationId xmlns:a16="http://schemas.microsoft.com/office/drawing/2014/main" id="{907C4E2D-8415-4480-9B54-281DAE62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opening-label-3">
            <a:extLst xmlns:a="http://schemas.openxmlformats.org/drawingml/2006/main">
              <a:ext uri="{FF2B5EF4-FFF2-40B4-BE49-F238E27FC236}">
                <a16:creationId xmlns:a16="http://schemas.microsoft.com/office/drawing/2014/main" id="{1D9C84D8-60D1-408B-96AF-925C8D34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11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574 个借款人名称</a:t>
            </a:r>
          </a:p>
        </p:txBody>
      </p:sp>
      <p:sp>
        <p:nvSpPr>
          <p:cNvPr id="21" name="opening-node-4">
            <a:extLst xmlns:a="http://schemas.openxmlformats.org/drawingml/2006/main">
              <a:ext uri="{FF2B5EF4-FFF2-40B4-BE49-F238E27FC236}">
                <a16:creationId xmlns:a16="http://schemas.microsoft.com/office/drawing/2014/main" id="{093A29A8-AA8D-49E5-B323-A3CA0A8B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241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2" name="opening-index-4">
            <a:extLst xmlns:a="http://schemas.openxmlformats.org/drawingml/2006/main">
              <a:ext uri="{FF2B5EF4-FFF2-40B4-BE49-F238E27FC236}">
                <a16:creationId xmlns:a16="http://schemas.microsoft.com/office/drawing/2014/main" id="{728139F9-DAF2-48B8-9643-36E65F05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76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3" name="opening-label-4">
            <a:extLst xmlns:a="http://schemas.openxmlformats.org/drawingml/2006/main">
              <a:ext uri="{FF2B5EF4-FFF2-40B4-BE49-F238E27FC236}">
                <a16:creationId xmlns:a16="http://schemas.microsoft.com/office/drawing/2014/main" id="{3796903D-A090-46EC-AB0A-DC1925EC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24 家机构</a:t>
            </a:r>
          </a:p>
        </p:txBody>
      </p:sp>
      <p:sp>
        <p:nvSpPr>
          <p:cNvPr id="24" name="opening-summary">
            <a:extLst xmlns:a="http://schemas.openxmlformats.org/drawingml/2006/main">
              <a:ext uri="{FF2B5EF4-FFF2-40B4-BE49-F238E27FC236}">
                <a16:creationId xmlns:a16="http://schemas.microsoft.com/office/drawing/2014/main" id="{C584C6C5-155A-4D32-B1D5-ECA21A93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当前数据仅用于验证结构、口径与流程，不代表集团真实生产经营事实。</a:t>
            </a:r>
          </a:p>
        </p:txBody>
      </p:sp>
      <p:sp>
        <p:nvSpPr>
          <p:cNvPr id="25" name="footer-note-3">
            <a:extLst xmlns:a="http://schemas.openxmlformats.org/drawingml/2006/main">
              <a:ext uri="{FF2B5EF4-FFF2-40B4-BE49-F238E27FC236}">
                <a16:creationId xmlns:a16="http://schemas.microsoft.com/office/drawing/2014/main" id="{EC963DCE-321D-4C29-8F78-AE886C5B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脱敏生成融资工作簿｜业务截至时间未提供</a:t>
            </a:r>
          </a:p>
        </p:txBody>
      </p:sp>
      <p:sp>
        <p:nvSpPr>
          <p:cNvPr id="2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995A72F6-4C70-4049-833C-4C5DFD60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775c3ffd341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0c8ed93aa40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4">
            <a:extLst xmlns:a="http://schemas.openxmlformats.org/drawingml/2006/main">
              <a:ext uri="{FF2B5EF4-FFF2-40B4-BE49-F238E27FC236}">
                <a16:creationId xmlns:a16="http://schemas.microsoft.com/office/drawing/2014/main" id="{C42DD348-6E9D-4F2A-A7B3-7C3BC200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21F5A5F1-2ECC-4AD1-95C8-D0340DFC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文件已经可读，不等于这笔融资已经可消费</a:t>
            </a:r>
          </a:p>
        </p:txBody>
      </p:sp>
      <p:sp>
        <p:nvSpPr>
          <p:cNvPr id="5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16FAE537-A378-442E-9BA2-A81F9175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54430411-07F5-48DD-89B8-78B0BFEB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7ECEC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47D13DCB-179A-44EC-972F-3B576F2A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8" name="journey-rail">
            <a:extLst xmlns:a="http://schemas.openxmlformats.org/drawingml/2006/main">
              <a:ext uri="{FF2B5EF4-FFF2-40B4-BE49-F238E27FC236}">
                <a16:creationId xmlns:a16="http://schemas.microsoft.com/office/drawing/2014/main" id="{9740BA96-ACA9-42BC-8CFA-AE4B3D7B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CBDA"/>
            </a:solidFill>
            <a:prstDash val="solid"/>
          </a:ln>
        </p:spPr>
      </p:sp>
      <p:sp>
        <p:nvSpPr>
          <p:cNvPr id="9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A5313E45-C20D-4C2D-8E7B-E883C668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EA7"/>
          </a:solidFill>
          <a:ln xmlns:a="http://schemas.openxmlformats.org/drawingml/2006/main" w="9525">
            <a:solidFill>
              <a:srgbClr val="7B5EA7"/>
            </a:solidFill>
            <a:prstDash val="solid"/>
          </a:ln>
        </p:spPr>
      </p:sp>
      <p:sp>
        <p:nvSpPr>
          <p:cNvPr id="10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AE7BB425-2991-42E0-B91E-A7CFB6CF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B5EA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7B5EA7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11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3BD7A484-C4A9-43E9-B0F6-1E002DFC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2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D615CCA3-C1F4-4DC8-BF1D-FDB703AC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语义</a:t>
            </a:r>
          </a:p>
        </p:txBody>
      </p:sp>
      <p:sp>
        <p:nvSpPr>
          <p:cNvPr id="13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1E4D2778-379C-4AB7-9B3B-0B950383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63341077-4E5D-488A-855F-038AA912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15" name="journey-dot-4">
            <a:extLst xmlns:a="http://schemas.openxmlformats.org/drawingml/2006/main">
              <a:ext uri="{FF2B5EF4-FFF2-40B4-BE49-F238E27FC236}">
                <a16:creationId xmlns:a16="http://schemas.microsoft.com/office/drawing/2014/main" id="{83D7E669-95C2-4C94-A88A-83942881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6" name="journey-label-4">
            <a:extLst xmlns:a="http://schemas.openxmlformats.org/drawingml/2006/main">
              <a:ext uri="{FF2B5EF4-FFF2-40B4-BE49-F238E27FC236}">
                <a16:creationId xmlns:a16="http://schemas.microsoft.com/office/drawing/2014/main" id="{C78A3B3E-F013-4C34-8697-B271502A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行动</a:t>
            </a:r>
          </a:p>
        </p:txBody>
      </p:sp>
      <p:sp>
        <p:nvSpPr>
          <p:cNvPr id="17" name="pain-label">
            <a:extLst xmlns:a="http://schemas.openxmlformats.org/drawingml/2006/main">
              <a:ext uri="{FF2B5EF4-FFF2-40B4-BE49-F238E27FC236}">
                <a16:creationId xmlns:a16="http://schemas.microsoft.com/office/drawing/2014/main" id="{C5055FCA-5E23-49A9-9591-88569548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18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1F478204-B498-4FF6-AC7D-1B619508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9" name="pain-list">
            <a:extLst xmlns:a="http://schemas.openxmlformats.org/drawingml/2006/main">
              <a:ext uri="{FF2B5EF4-FFF2-40B4-BE49-F238E27FC236}">
                <a16:creationId xmlns:a16="http://schemas.microsoft.com/office/drawing/2014/main" id="{1FC0C2C9-0F3C-49FF-941C-E68241AB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当前脱敏工作簿没有统一业务截至时间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“利率形式”空 212 条，“担保方式”空 1,868 条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融资事实与负责人映射分在不同工作表</a:t>
            </a:r>
          </a:p>
        </p:txBody>
      </p:sp>
      <p:sp>
        <p:nvSpPr>
          <p:cNvPr id="20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4CD3D13D-D39B-4BB3-84B0-42614FEF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登记业务时点并明确缺失、未知与不适用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经过受控处理和质量门形成不可变数据资产版本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由 T019 固定正式可消费的数据与语义组合</a:t>
            </a:r>
          </a:p>
        </p:txBody>
      </p:sp>
      <p:sp>
        <p:nvSpPr>
          <p:cNvPr id="21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69CEBC93-CC76-41FB-A3FB-C91848F6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22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14BB3672-594A-44BD-8136-3C342E0B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E8"/>
            </a:solidFill>
            <a:prstDash val="solid"/>
          </a:ln>
        </p:spPr>
      </p:sp>
      <p:sp>
        <p:nvSpPr>
          <p:cNvPr id="23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9F11F8B3-E2E8-49A9-BEBB-0C51EBAD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24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ACB7802F-AEA8-4B30-B503-A2FE3794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25" name="footer-note-4">
            <a:extLst xmlns:a="http://schemas.openxmlformats.org/drawingml/2006/main">
              <a:ext uri="{FF2B5EF4-FFF2-40B4-BE49-F238E27FC236}">
                <a16:creationId xmlns:a16="http://schemas.microsoft.com/office/drawing/2014/main" id="{CAA90056-1D56-4968-B263-0234E952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当前可核验脱敏数据集｜不代表集团真实经营规模</a:t>
            </a:r>
          </a:p>
        </p:txBody>
      </p:sp>
      <p:sp>
        <p:nvSpPr>
          <p:cNvPr id="26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E9F9D5CD-D90E-4341-8B4F-B910BB66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d41c6a1fd4c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341b1dffa4f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5">
            <a:extLst xmlns:a="http://schemas.openxmlformats.org/drawingml/2006/main">
              <a:ext uri="{FF2B5EF4-FFF2-40B4-BE49-F238E27FC236}">
                <a16:creationId xmlns:a16="http://schemas.microsoft.com/office/drawing/2014/main" id="{27A3D5B4-967A-498A-BDCC-B5A7A7ED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16D3AB4C-CD16-43F8-A37B-4A0C72A7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把所有变化塞进大宽表，这笔融资的业务身份仍不稳定</a:t>
            </a:r>
          </a:p>
        </p:txBody>
      </p:sp>
      <p:sp>
        <p:nvSpPr>
          <p:cNvPr id="5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18862E6E-E507-478E-B04D-AF587C57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F8AC6A37-2874-480F-BEFF-E7179B49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7ECEC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56B21D11-9DFF-4294-8000-A960ACF5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8" name="journey-rail">
            <a:extLst xmlns:a="http://schemas.openxmlformats.org/drawingml/2006/main">
              <a:ext uri="{FF2B5EF4-FFF2-40B4-BE49-F238E27FC236}">
                <a16:creationId xmlns:a16="http://schemas.microsoft.com/office/drawing/2014/main" id="{9FF02008-2828-4FD8-9937-213FED80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CBDA"/>
            </a:solidFill>
            <a:prstDash val="solid"/>
          </a:ln>
        </p:spPr>
      </p:sp>
      <p:sp>
        <p:nvSpPr>
          <p:cNvPr id="9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8DE695DB-B677-4C4D-B967-99FCB310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EA7"/>
          </a:solidFill>
          <a:ln xmlns:a="http://schemas.openxmlformats.org/drawingml/2006/main" w="9525">
            <a:solidFill>
              <a:srgbClr val="7B5EA7"/>
            </a:solidFill>
            <a:prstDash val="solid"/>
          </a:ln>
        </p:spPr>
      </p:sp>
      <p:sp>
        <p:nvSpPr>
          <p:cNvPr id="10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E5B58161-5575-43A6-8566-2E0D88BB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B5EA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7B5EA7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11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16BEC911-5475-40F5-8631-607C23D9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2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A0B72617-4CAC-425D-9EF9-0A710E96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语义</a:t>
            </a:r>
          </a:p>
        </p:txBody>
      </p:sp>
      <p:sp>
        <p:nvSpPr>
          <p:cNvPr id="13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7C4FDD86-A23A-4C9A-8817-DE39A091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CD5E42A8-F2EC-4786-A460-91F65AA2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15" name="journey-dot-4">
            <a:extLst xmlns:a="http://schemas.openxmlformats.org/drawingml/2006/main">
              <a:ext uri="{FF2B5EF4-FFF2-40B4-BE49-F238E27FC236}">
                <a16:creationId xmlns:a16="http://schemas.microsoft.com/office/drawing/2014/main" id="{BEB5B38C-9019-4003-821C-4BDE9654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6" name="journey-label-4">
            <a:extLst xmlns:a="http://schemas.openxmlformats.org/drawingml/2006/main">
              <a:ext uri="{FF2B5EF4-FFF2-40B4-BE49-F238E27FC236}">
                <a16:creationId xmlns:a16="http://schemas.microsoft.com/office/drawing/2014/main" id="{F27E5A68-D81D-4530-8764-0C2BDF04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行动</a:t>
            </a:r>
          </a:p>
        </p:txBody>
      </p:sp>
      <p:sp>
        <p:nvSpPr>
          <p:cNvPr id="17" name="pain-label">
            <a:extLst xmlns:a="http://schemas.openxmlformats.org/drawingml/2006/main">
              <a:ext uri="{FF2B5EF4-FFF2-40B4-BE49-F238E27FC236}">
                <a16:creationId xmlns:a16="http://schemas.microsoft.com/office/drawing/2014/main" id="{4A9B8E7C-4272-4332-9058-C6345958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18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3B2267C9-2631-44FC-B0B0-5A8E8060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9" name="pain-list">
            <a:extLst xmlns:a="http://schemas.openxmlformats.org/drawingml/2006/main">
              <a:ext uri="{FF2B5EF4-FFF2-40B4-BE49-F238E27FC236}">
                <a16:creationId xmlns:a16="http://schemas.microsoft.com/office/drawing/2014/main" id="{A54BDF68-6445-49BF-B57A-4DD0CC05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字段变化容易同时牵动加工、报表、问数和规则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表名、字段名难以承担稳定的业务身份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同一逻辑被复制到多个消费端后，变更难同步</a:t>
            </a:r>
          </a:p>
        </p:txBody>
      </p:sp>
      <p:sp>
        <p:nvSpPr>
          <p:cNvPr id="20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A294D61C-27E8-48B1-9003-CBD267C9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数据工程负责有质量、有时点的数据资产版本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本体按对象、关系、指标和规则组织业务语义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下游只引用已发布资源，不各自重建口径</a:t>
            </a:r>
          </a:p>
        </p:txBody>
      </p:sp>
      <p:sp>
        <p:nvSpPr>
          <p:cNvPr id="21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9916D8BB-9948-458A-9DC2-24F1544F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22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D086175B-9349-4F02-BF3E-97E1EF46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E8"/>
            </a:solidFill>
            <a:prstDash val="solid"/>
          </a:ln>
        </p:spPr>
      </p:sp>
      <p:sp>
        <p:nvSpPr>
          <p:cNvPr id="23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12F71689-3CFE-4B18-95B2-D9B025F1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24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AF8DCE60-AABF-4158-9579-5A8BF38A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25" name="footer-note-5">
            <a:extLst xmlns:a="http://schemas.openxmlformats.org/drawingml/2006/main">
              <a:ext uri="{FF2B5EF4-FFF2-40B4-BE49-F238E27FC236}">
                <a16:creationId xmlns:a16="http://schemas.microsoft.com/office/drawing/2014/main" id="{4368A2BE-F3A4-4315-8A8F-483B84CD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管理关注｜以平台机制降低结构与口径变更的耦合</a:t>
            </a:r>
          </a:p>
        </p:txBody>
      </p:sp>
      <p:sp>
        <p:nvSpPr>
          <p:cNvPr id="2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31FB73C8-9B02-4054-A0C5-9A491572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cb700f1384f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f668fbf6d4b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6">
            <a:extLst xmlns:a="http://schemas.openxmlformats.org/drawingml/2006/main">
              <a:ext uri="{FF2B5EF4-FFF2-40B4-BE49-F238E27FC236}">
                <a16:creationId xmlns:a16="http://schemas.microsoft.com/office/drawing/2014/main" id="{3FEABAD2-C7C9-481F-B7CB-516FCD2E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8396CD9A-7FD3-498D-BF46-3A0B3665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能看这笔融资，不等于有权对它发起行动</a:t>
            </a:r>
          </a:p>
        </p:txBody>
      </p:sp>
      <p:sp>
        <p:nvSpPr>
          <p:cNvPr id="5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9298412D-A6DA-479B-ADD6-6BCE793B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FBB6A57D-790C-432F-92BD-C19AE657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7ECEC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3F913DD7-FC45-42BE-A94F-DA0F34A9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8" name="journey-rail">
            <a:extLst xmlns:a="http://schemas.openxmlformats.org/drawingml/2006/main">
              <a:ext uri="{FF2B5EF4-FFF2-40B4-BE49-F238E27FC236}">
                <a16:creationId xmlns:a16="http://schemas.microsoft.com/office/drawing/2014/main" id="{29707C1F-776B-4F03-AB91-459F9134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CBDA"/>
            </a:solidFill>
            <a:prstDash val="solid"/>
          </a:ln>
        </p:spPr>
      </p:sp>
      <p:sp>
        <p:nvSpPr>
          <p:cNvPr id="9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8A3F8086-98BB-4D61-B832-A97DCABF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0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4761922B-4B76-4395-BABE-0F52B7B3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11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695014DC-8595-4B8D-99A2-CDDCE591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EA7"/>
          </a:solidFill>
          <a:ln xmlns:a="http://schemas.openxmlformats.org/drawingml/2006/main" w="9525">
            <a:solidFill>
              <a:srgbClr val="7B5EA7"/>
            </a:solidFill>
            <a:prstDash val="solid"/>
          </a:ln>
        </p:spPr>
      </p:sp>
      <p:sp>
        <p:nvSpPr>
          <p:cNvPr id="12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AFA0E653-57CA-4FED-8B92-8A1712F0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B5EA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7B5EA7"/>
                </a:solidFill>
                <a:latin typeface="微软雅黑"/>
                <a:ea typeface="微软雅黑"/>
                <a:cs typeface="微软雅黑"/>
              </a:rPr>
              <a:t>语义</a:t>
            </a:r>
          </a:p>
        </p:txBody>
      </p:sp>
      <p:sp>
        <p:nvSpPr>
          <p:cNvPr id="13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1A56E0DB-ACC4-4E98-A9AA-47DCD3BB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E9E86361-EA84-4576-A011-41C86F23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15" name="journey-dot-4">
            <a:extLst xmlns:a="http://schemas.openxmlformats.org/drawingml/2006/main">
              <a:ext uri="{FF2B5EF4-FFF2-40B4-BE49-F238E27FC236}">
                <a16:creationId xmlns:a16="http://schemas.microsoft.com/office/drawing/2014/main" id="{6295CF52-73B9-40E8-AC1A-6420DB4E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6" name="journey-label-4">
            <a:extLst xmlns:a="http://schemas.openxmlformats.org/drawingml/2006/main">
              <a:ext uri="{FF2B5EF4-FFF2-40B4-BE49-F238E27FC236}">
                <a16:creationId xmlns:a16="http://schemas.microsoft.com/office/drawing/2014/main" id="{4288C11A-8696-40FA-A047-826FC55F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行动</a:t>
            </a:r>
          </a:p>
        </p:txBody>
      </p:sp>
      <p:sp>
        <p:nvSpPr>
          <p:cNvPr id="17" name="pain-label">
            <a:extLst xmlns:a="http://schemas.openxmlformats.org/drawingml/2006/main">
              <a:ext uri="{FF2B5EF4-FFF2-40B4-BE49-F238E27FC236}">
                <a16:creationId xmlns:a16="http://schemas.microsoft.com/office/drawing/2014/main" id="{976C11BB-CE89-4EFB-AE9D-04A082A0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18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B8C94269-1C66-4BAA-A905-9BA19769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9" name="pain-list">
            <a:extLst xmlns:a="http://schemas.openxmlformats.org/drawingml/2006/main">
              <a:ext uri="{FF2B5EF4-FFF2-40B4-BE49-F238E27FC236}">
                <a16:creationId xmlns:a16="http://schemas.microsoft.com/office/drawing/2014/main" id="{AB1C3CCF-83BA-4E40-B8C8-8B658BBD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系统级或表级权限无法完整表达业务边界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查看资源、查看对象、查看属性和发起行动是不同资格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权限不足不能被混同为数据不存在或版本失效</a:t>
            </a:r>
          </a:p>
        </p:txBody>
      </p:sp>
      <p:sp>
        <p:nvSpPr>
          <p:cNvPr id="20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A54D54C0-2417-4DF4-AFFA-5484209E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生产蓝图区分资源、对象、属性和 Action 四个权限平面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权限结果与数据质量、版本状态并列呈现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一期仅有单演示账号，权限能力尚未生产化</a:t>
            </a:r>
          </a:p>
        </p:txBody>
      </p:sp>
      <p:sp>
        <p:nvSpPr>
          <p:cNvPr id="21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1FB29590-3CD9-4A96-83BF-0E465178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22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3991FBA1-13D1-46A3-8957-05FCE1AF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E8"/>
            </a:solidFill>
            <a:prstDash val="solid"/>
          </a:ln>
        </p:spPr>
      </p:sp>
      <p:sp>
        <p:nvSpPr>
          <p:cNvPr id="23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BF48695E-D18E-4DF8-86EE-7BAFA3B8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24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EDD64747-CBFB-4F9A-BA49-2DCF771A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25" name="footer-note-6">
            <a:extLst xmlns:a="http://schemas.openxmlformats.org/drawingml/2006/main">
              <a:ext uri="{FF2B5EF4-FFF2-40B4-BE49-F238E27FC236}">
                <a16:creationId xmlns:a16="http://schemas.microsoft.com/office/drawing/2014/main" id="{DA13F02D-307B-45DF-842D-EC501A76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生产蓝图｜一期不声称已具备生产权限治理</a:t>
            </a:r>
          </a:p>
        </p:txBody>
      </p:sp>
      <p:sp>
        <p:nvSpPr>
          <p:cNvPr id="26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A140A841-9D28-4212-B2AD-154DC987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febac452146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03b43d5b14a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7">
            <a:extLst xmlns:a="http://schemas.openxmlformats.org/drawingml/2006/main">
              <a:ext uri="{FF2B5EF4-FFF2-40B4-BE49-F238E27FC236}">
                <a16:creationId xmlns:a16="http://schemas.microsoft.com/office/drawing/2014/main" id="{89EB1C4B-729B-4763-91C9-ECABFA4C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7">
            <a:extLst xmlns:a="http://schemas.openxmlformats.org/drawingml/2006/main">
              <a:ext uri="{FF2B5EF4-FFF2-40B4-BE49-F238E27FC236}">
                <a16:creationId xmlns:a16="http://schemas.microsoft.com/office/drawing/2014/main" id="{A6157462-5A7B-403D-A5B7-6A7649C7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AI 能回答这笔融资，不等于答案可以复核</a:t>
            </a:r>
          </a:p>
        </p:txBody>
      </p:sp>
      <p:sp>
        <p:nvSpPr>
          <p:cNvPr id="5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21B15D48-53D7-4395-B1AD-940C74DC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7487ED5A-4503-4CC3-840D-5CAF1B85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7ECEC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B669A2AF-FB3C-4FED-AE0F-C87C5B8A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8" name="journey-rail">
            <a:extLst xmlns:a="http://schemas.openxmlformats.org/drawingml/2006/main">
              <a:ext uri="{FF2B5EF4-FFF2-40B4-BE49-F238E27FC236}">
                <a16:creationId xmlns:a16="http://schemas.microsoft.com/office/drawing/2014/main" id="{DABF1515-61DA-4103-9D00-46F1B861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CBDA"/>
            </a:solidFill>
            <a:prstDash val="solid"/>
          </a:ln>
        </p:spPr>
      </p:sp>
      <p:sp>
        <p:nvSpPr>
          <p:cNvPr id="9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40B78393-3B92-4C83-ACFD-EA049A5C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0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5885CA82-5DC2-4C23-A700-06E1FD19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11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41265CC0-9D97-49F8-B88F-A57645CD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EA7"/>
          </a:solidFill>
          <a:ln xmlns:a="http://schemas.openxmlformats.org/drawingml/2006/main" w="9525">
            <a:solidFill>
              <a:srgbClr val="7B5EA7"/>
            </a:solidFill>
            <a:prstDash val="solid"/>
          </a:ln>
        </p:spPr>
      </p:sp>
      <p:sp>
        <p:nvSpPr>
          <p:cNvPr id="12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63171477-2473-4298-8803-EDFAA8E2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B5EA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7B5EA7"/>
                </a:solidFill>
                <a:latin typeface="微软雅黑"/>
                <a:ea typeface="微软雅黑"/>
                <a:cs typeface="微软雅黑"/>
              </a:rPr>
              <a:t>语义</a:t>
            </a:r>
          </a:p>
        </p:txBody>
      </p:sp>
      <p:sp>
        <p:nvSpPr>
          <p:cNvPr id="13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31590400-53CF-45B9-944F-42306201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F01BA9EF-0868-4B4E-8039-A088366D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15" name="journey-dot-4">
            <a:extLst xmlns:a="http://schemas.openxmlformats.org/drawingml/2006/main">
              <a:ext uri="{FF2B5EF4-FFF2-40B4-BE49-F238E27FC236}">
                <a16:creationId xmlns:a16="http://schemas.microsoft.com/office/drawing/2014/main" id="{4924E9FD-97D2-4189-9385-566A24FE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6" name="journey-label-4">
            <a:extLst xmlns:a="http://schemas.openxmlformats.org/drawingml/2006/main">
              <a:ext uri="{FF2B5EF4-FFF2-40B4-BE49-F238E27FC236}">
                <a16:creationId xmlns:a16="http://schemas.microsoft.com/office/drawing/2014/main" id="{EE6A4DDD-CC77-4BDA-9109-97E6C1AE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行动</a:t>
            </a:r>
          </a:p>
        </p:txBody>
      </p:sp>
      <p:sp>
        <p:nvSpPr>
          <p:cNvPr id="17" name="pain-label">
            <a:extLst xmlns:a="http://schemas.openxmlformats.org/drawingml/2006/main">
              <a:ext uri="{FF2B5EF4-FFF2-40B4-BE49-F238E27FC236}">
                <a16:creationId xmlns:a16="http://schemas.microsoft.com/office/drawing/2014/main" id="{97C651B3-3318-41D3-BC6B-7CDA7265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18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A944C86C-81E2-412A-B810-2BA1BEED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9" name="pain-list">
            <a:extLst xmlns:a="http://schemas.openxmlformats.org/drawingml/2006/main">
              <a:ext uri="{FF2B5EF4-FFF2-40B4-BE49-F238E27FC236}">
                <a16:creationId xmlns:a16="http://schemas.microsoft.com/office/drawing/2014/main" id="{1C94DF37-08B5-48FE-809D-D066C6FF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没有主体范围，无法确认回答针对谁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没有时点、口径和版本，无法复现结果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没有证据定位，结果不能进入正式判断</a:t>
            </a:r>
          </a:p>
        </p:txBody>
      </p:sp>
      <p:sp>
        <p:nvSpPr>
          <p:cNvPr id="20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70B6A66B-5B8E-47B8-8DC1-D91885E8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每轮固定配置、语义、查询和数据可信度上下文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受控查询先形成结构化结果与证据映射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LLM 只组织文字，不补数、不改口径、不判断 Rule</a:t>
            </a:r>
          </a:p>
        </p:txBody>
      </p:sp>
      <p:sp>
        <p:nvSpPr>
          <p:cNvPr id="21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2BEE82D4-0F75-4CBF-9B8E-41250469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22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93205C63-7FA1-4F5A-A2C0-6E26BAC5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E8"/>
            </a:solidFill>
            <a:prstDash val="solid"/>
          </a:ln>
        </p:spPr>
      </p:sp>
      <p:sp>
        <p:nvSpPr>
          <p:cNvPr id="23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9282BAE3-A36A-44CD-93CF-2DE6BF57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24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D0D2DEA7-9FBB-4BA6-AC26-BA699E90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25" name="footer-note-7">
            <a:extLst xmlns:a="http://schemas.openxmlformats.org/drawingml/2006/main">
              <a:ext uri="{FF2B5EF4-FFF2-40B4-BE49-F238E27FC236}">
                <a16:creationId xmlns:a16="http://schemas.microsoft.com/office/drawing/2014/main" id="{0F71F911-25BE-4455-BE3D-A3DC2517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问数结果必须同时带主体、时点、口径、版本与证据</a:t>
            </a:r>
          </a:p>
        </p:txBody>
      </p:sp>
      <p:sp>
        <p:nvSpPr>
          <p:cNvPr id="2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39F12B7B-ED43-40ED-9E8E-67CD108C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ca36e398e4a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e3b203e244f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8">
            <a:extLst xmlns:a="http://schemas.openxmlformats.org/drawingml/2006/main">
              <a:ext uri="{FF2B5EF4-FFF2-40B4-BE49-F238E27FC236}">
                <a16:creationId xmlns:a16="http://schemas.microsoft.com/office/drawing/2014/main" id="{D4AB15BF-E3E3-48CD-A869-F049BA02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8">
            <a:extLst xmlns:a="http://schemas.openxmlformats.org/drawingml/2006/main">
              <a:ext uri="{FF2B5EF4-FFF2-40B4-BE49-F238E27FC236}">
                <a16:creationId xmlns:a16="http://schemas.microsoft.com/office/drawing/2014/main" id="{8CB0FC6A-8321-4284-90A8-3042135B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个人能更快分析，不等于组织留下统一口径</a:t>
            </a:r>
          </a:p>
        </p:txBody>
      </p:sp>
      <p:sp>
        <p:nvSpPr>
          <p:cNvPr id="5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E1C54E9F-B929-4971-A563-1ACAC814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E00A4E87-F259-4B1D-91E7-70F02348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7ECEC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64626DE3-0716-433B-A02D-6AEDCE09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8" name="journey-rail">
            <a:extLst xmlns:a="http://schemas.openxmlformats.org/drawingml/2006/main">
              <a:ext uri="{FF2B5EF4-FFF2-40B4-BE49-F238E27FC236}">
                <a16:creationId xmlns:a16="http://schemas.microsoft.com/office/drawing/2014/main" id="{20596AD6-3CF7-4436-8596-3279F103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CBDA"/>
            </a:solidFill>
            <a:prstDash val="solid"/>
          </a:ln>
        </p:spPr>
      </p:sp>
      <p:sp>
        <p:nvSpPr>
          <p:cNvPr id="9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D5BFBB8F-6F0A-4627-B7FF-5BB6B24D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0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6CACC506-8818-4637-97CF-2C945C3C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11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9DA0915-8BC2-4C53-B94E-410E9AC1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2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A8900A7F-CC8C-4CC4-8922-18ED9338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语义</a:t>
            </a:r>
          </a:p>
        </p:txBody>
      </p:sp>
      <p:sp>
        <p:nvSpPr>
          <p:cNvPr id="13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54C5AF31-B15D-4305-AE24-8EFCC84B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EA7"/>
          </a:solidFill>
          <a:ln xmlns:a="http://schemas.openxmlformats.org/drawingml/2006/main" w="9525">
            <a:solidFill>
              <a:srgbClr val="7B5EA7"/>
            </a:solidFill>
            <a:prstDash val="solid"/>
          </a:ln>
        </p:spPr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8A9F2A60-B614-4370-AAD6-9AB181DE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B5EA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7B5EA7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15" name="journey-dot-4">
            <a:extLst xmlns:a="http://schemas.openxmlformats.org/drawingml/2006/main">
              <a:ext uri="{FF2B5EF4-FFF2-40B4-BE49-F238E27FC236}">
                <a16:creationId xmlns:a16="http://schemas.microsoft.com/office/drawing/2014/main" id="{2535C4CB-E0BC-471E-A686-93E392F3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6" name="journey-label-4">
            <a:extLst xmlns:a="http://schemas.openxmlformats.org/drawingml/2006/main">
              <a:ext uri="{FF2B5EF4-FFF2-40B4-BE49-F238E27FC236}">
                <a16:creationId xmlns:a16="http://schemas.microsoft.com/office/drawing/2014/main" id="{17430529-305C-424B-9E8C-0D046C4A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行动</a:t>
            </a:r>
          </a:p>
        </p:txBody>
      </p:sp>
      <p:sp>
        <p:nvSpPr>
          <p:cNvPr id="17" name="pain-label">
            <a:extLst xmlns:a="http://schemas.openxmlformats.org/drawingml/2006/main">
              <a:ext uri="{FF2B5EF4-FFF2-40B4-BE49-F238E27FC236}">
                <a16:creationId xmlns:a16="http://schemas.microsoft.com/office/drawing/2014/main" id="{5CD911AC-D8C2-4388-8C7E-56D7A0CB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18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444E90CC-7DD0-4B45-B9AC-DAE5FED3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9" name="pain-list">
            <a:extLst xmlns:a="http://schemas.openxmlformats.org/drawingml/2006/main">
              <a:ext uri="{FF2B5EF4-FFF2-40B4-BE49-F238E27FC236}">
                <a16:creationId xmlns:a16="http://schemas.microsoft.com/office/drawing/2014/main" id="{4DE1CCDE-DBD6-4630-80D1-376EAE7B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Prompt、经验和临时口径留在个人环境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换人或换场景后仍要重新解释、重新校对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结果难追溯，也难稳定复用</a:t>
            </a:r>
          </a:p>
        </p:txBody>
      </p:sp>
      <p:sp>
        <p:nvSpPr>
          <p:cNvPr id="20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B092389D-3392-4DF4-BEBE-8A9DC9B4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版本化 Prompt、Skill、本体绑定和工具白名单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固定 Agent Release、结构化结果和问数视图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将可复用配置、证据和边界沉淀为组织资产</a:t>
            </a:r>
          </a:p>
        </p:txBody>
      </p:sp>
      <p:sp>
        <p:nvSpPr>
          <p:cNvPr id="21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83D3900C-E339-4A94-9052-04E5B5C8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22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621BEF01-8E5B-4428-8B15-64022AE0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E8"/>
            </a:solidFill>
            <a:prstDash val="solid"/>
          </a:ln>
        </p:spPr>
      </p:sp>
      <p:sp>
        <p:nvSpPr>
          <p:cNvPr id="23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061F7A59-CC16-4738-A27D-1559A204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24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E9BE09CA-B6BB-4883-BE69-2A28150B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25" name="footer-note-8">
            <a:extLst xmlns:a="http://schemas.openxmlformats.org/drawingml/2006/main">
              <a:ext uri="{FF2B5EF4-FFF2-40B4-BE49-F238E27FC236}">
                <a16:creationId xmlns:a16="http://schemas.microsoft.com/office/drawing/2014/main" id="{335AED5D-7238-4239-BCC9-EFCC5E44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个人效率通过受控资产转化为组织复用能力</a:t>
            </a:r>
          </a:p>
        </p:txBody>
      </p:sp>
      <p:sp>
        <p:nvSpPr>
          <p:cNvPr id="26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B6778213-15E1-4550-B395-78DE3D7B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9213c9a8d43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0ed98f14a4c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9">
            <a:extLst xmlns:a="http://schemas.openxmlformats.org/drawingml/2006/main">
              <a:ext uri="{FF2B5EF4-FFF2-40B4-BE49-F238E27FC236}">
                <a16:creationId xmlns:a16="http://schemas.microsoft.com/office/drawing/2014/main" id="{9EAC7384-FA06-44F6-9FEB-6F41BF0C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9">
            <a:extLst xmlns:a="http://schemas.openxmlformats.org/drawingml/2006/main">
              <a:ext uri="{FF2B5EF4-FFF2-40B4-BE49-F238E27FC236}">
                <a16:creationId xmlns:a16="http://schemas.microsoft.com/office/drawing/2014/main" id="{0D30A4F3-0156-446C-9198-3344912F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看板亮起提示，不等于行动已经有人承接</a:t>
            </a:r>
          </a:p>
        </p:txBody>
      </p:sp>
      <p:sp>
        <p:nvSpPr>
          <p:cNvPr id="5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D511E4DA-28B2-45D1-98D2-6F4D3993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DF396ECF-BC4E-45E5-802A-CDE79016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7ECEC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15A0A031-CE51-4F39-BF32-4BD051E0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8" name="journey-rail">
            <a:extLst xmlns:a="http://schemas.openxmlformats.org/drawingml/2006/main">
              <a:ext uri="{FF2B5EF4-FFF2-40B4-BE49-F238E27FC236}">
                <a16:creationId xmlns:a16="http://schemas.microsoft.com/office/drawing/2014/main" id="{31D526E9-B014-47FF-AA79-356B9A63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CBDA"/>
            </a:solidFill>
            <a:prstDash val="solid"/>
          </a:ln>
        </p:spPr>
      </p:sp>
      <p:sp>
        <p:nvSpPr>
          <p:cNvPr id="9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7D78B2A9-AE9E-4D3C-B8A1-4267447C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0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ED5C97AF-11FC-41E1-89F9-B197D981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11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572C1D9-6E25-4DE9-ABCF-16029FD2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2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DBFA5A76-F453-4D55-B589-45DD1AE2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语义</a:t>
            </a:r>
          </a:p>
        </p:txBody>
      </p:sp>
      <p:sp>
        <p:nvSpPr>
          <p:cNvPr id="13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F030B5A6-B2B8-49DD-8E40-B7857ECB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EA7"/>
          </a:solidFill>
          <a:ln xmlns:a="http://schemas.openxmlformats.org/drawingml/2006/main" w="9525">
            <a:solidFill>
              <a:srgbClr val="7B5EA7"/>
            </a:solidFill>
            <a:prstDash val="solid"/>
          </a:ln>
        </p:spPr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B8FE898E-CAF9-4848-9A5C-E6360EC8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B5EA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7B5EA7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15" name="journey-dot-4">
            <a:extLst xmlns:a="http://schemas.openxmlformats.org/drawingml/2006/main">
              <a:ext uri="{FF2B5EF4-FFF2-40B4-BE49-F238E27FC236}">
                <a16:creationId xmlns:a16="http://schemas.microsoft.com/office/drawing/2014/main" id="{FD8C1CAD-4022-457C-B799-2C7DD927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6" name="journey-label-4">
            <a:extLst xmlns:a="http://schemas.openxmlformats.org/drawingml/2006/main">
              <a:ext uri="{FF2B5EF4-FFF2-40B4-BE49-F238E27FC236}">
                <a16:creationId xmlns:a16="http://schemas.microsoft.com/office/drawing/2014/main" id="{DC8062C6-629C-4A3D-8BAE-769D2893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行动</a:t>
            </a:r>
          </a:p>
        </p:txBody>
      </p:sp>
      <p:sp>
        <p:nvSpPr>
          <p:cNvPr id="17" name="pain-label">
            <a:extLst xmlns:a="http://schemas.openxmlformats.org/drawingml/2006/main">
              <a:ext uri="{FF2B5EF4-FFF2-40B4-BE49-F238E27FC236}">
                <a16:creationId xmlns:a16="http://schemas.microsoft.com/office/drawing/2014/main" id="{B971D08D-E387-4008-8C70-7EA27B91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18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1C13CB73-FDEE-44B0-BF3D-09C21D6E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9" name="pain-list">
            <a:extLst xmlns:a="http://schemas.openxmlformats.org/drawingml/2006/main">
              <a:ext uri="{FF2B5EF4-FFF2-40B4-BE49-F238E27FC236}">
                <a16:creationId xmlns:a16="http://schemas.microsoft.com/office/drawing/2014/main" id="{B9AB9377-5E43-4495-876D-3A7E9E02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看板若直接确认或建待办，会产生第二套运行状态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责任人、确认依据和执行进度无法统一追踪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“看见了”与“已经处理”容易被混为一谈</a:t>
            </a:r>
          </a:p>
        </p:txBody>
      </p:sp>
      <p:sp>
        <p:nvSpPr>
          <p:cNvPr id="20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BB4B2474-984C-469B-9464-52F9ED84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看板、问数、Agent 和 Rule 只提交 Action Request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决策中心统一提醒、人工确认、待办与失败恢复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报告中心只读状态，不维护第二套执行事实</a:t>
            </a:r>
          </a:p>
        </p:txBody>
      </p:sp>
      <p:sp>
        <p:nvSpPr>
          <p:cNvPr id="21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31022DE4-297D-4AA4-99D9-23A60130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22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854D7E07-FD66-4C3A-994D-2EC09A8E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E8"/>
            </a:solidFill>
            <a:prstDash val="solid"/>
          </a:ln>
        </p:spPr>
      </p:sp>
      <p:sp>
        <p:nvSpPr>
          <p:cNvPr id="23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7DF3FED4-6F2C-4927-8F89-5DEE72B4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24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D8A12268-740D-40CB-BAB8-248FB0C0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25" name="footer-note-9">
            <a:extLst xmlns:a="http://schemas.openxmlformats.org/drawingml/2006/main">
              <a:ext uri="{FF2B5EF4-FFF2-40B4-BE49-F238E27FC236}">
                <a16:creationId xmlns:a16="http://schemas.microsoft.com/office/drawing/2014/main" id="{85B88272-580C-4B53-89B6-C55A77D2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Action Request 是进入决策中心的唯一标准运行入口</a:t>
            </a:r>
          </a:p>
        </p:txBody>
      </p:sp>
      <p:sp>
        <p:nvSpPr>
          <p:cNvPr id="26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7735600E-E3D7-46B4-A1EA-C0AD40E4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a61e7fe4040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58f255e3d46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0">
            <a:extLst xmlns:a="http://schemas.openxmlformats.org/drawingml/2006/main">
              <a:ext uri="{FF2B5EF4-FFF2-40B4-BE49-F238E27FC236}">
                <a16:creationId xmlns:a16="http://schemas.microsoft.com/office/drawing/2014/main" id="{9BFB2F3A-EDA6-4E5C-9432-222F2C44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10">
            <a:extLst xmlns:a="http://schemas.openxmlformats.org/drawingml/2006/main">
              <a:ext uri="{FF2B5EF4-FFF2-40B4-BE49-F238E27FC236}">
                <a16:creationId xmlns:a16="http://schemas.microsoft.com/office/drawing/2014/main" id="{F550A26D-3C87-4E8A-9ED5-37D60738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人才转型要求把时间从找数转向判断与协同</a:t>
            </a:r>
          </a:p>
        </p:txBody>
      </p:sp>
      <p:sp>
        <p:nvSpPr>
          <p:cNvPr id="5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CD49DE83-74C0-457A-B821-8AA613E8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5AD34426-E3BE-4553-9712-F2F02DCD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1152DFD8-29E4-4554-B9A4-F413A80B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8" name="journey-rail">
            <a:extLst xmlns:a="http://schemas.openxmlformats.org/drawingml/2006/main">
              <a:ext uri="{FF2B5EF4-FFF2-40B4-BE49-F238E27FC236}">
                <a16:creationId xmlns:a16="http://schemas.microsoft.com/office/drawing/2014/main" id="{EE052697-6458-4A90-A38C-41FF71CC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CBDA"/>
            </a:solidFill>
            <a:prstDash val="solid"/>
          </a:ln>
        </p:spPr>
      </p:sp>
      <p:sp>
        <p:nvSpPr>
          <p:cNvPr id="9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00E0FB0E-0BDC-4E2F-85F1-578CD079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0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AF8B8E61-5B45-4F99-A5A3-55D59BB5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11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E15295B8-AEA0-4502-9AFA-8EBF063B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2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AF839D71-799D-4429-A301-D6CADAFC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语义</a:t>
            </a:r>
          </a:p>
        </p:txBody>
      </p:sp>
      <p:sp>
        <p:nvSpPr>
          <p:cNvPr id="13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594BF361-029B-4549-B70B-ABAB14D4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BE3C9698-8DA9-47BF-94FC-30C6692D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15" name="journey-dot-4">
            <a:extLst xmlns:a="http://schemas.openxmlformats.org/drawingml/2006/main">
              <a:ext uri="{FF2B5EF4-FFF2-40B4-BE49-F238E27FC236}">
                <a16:creationId xmlns:a16="http://schemas.microsoft.com/office/drawing/2014/main" id="{45196570-C4C5-486D-9426-96DFA09F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EA7"/>
          </a:solidFill>
          <a:ln xmlns:a="http://schemas.openxmlformats.org/drawingml/2006/main" w="9525">
            <a:solidFill>
              <a:srgbClr val="7B5EA7"/>
            </a:solidFill>
            <a:prstDash val="solid"/>
          </a:ln>
        </p:spPr>
      </p:sp>
      <p:sp>
        <p:nvSpPr>
          <p:cNvPr id="16" name="journey-label-4">
            <a:extLst xmlns:a="http://schemas.openxmlformats.org/drawingml/2006/main">
              <a:ext uri="{FF2B5EF4-FFF2-40B4-BE49-F238E27FC236}">
                <a16:creationId xmlns:a16="http://schemas.microsoft.com/office/drawing/2014/main" id="{4CC1603C-3953-484E-B553-EBBF576F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B5EA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7B5EA7"/>
                </a:solidFill>
                <a:latin typeface="微软雅黑"/>
                <a:ea typeface="微软雅黑"/>
                <a:cs typeface="微软雅黑"/>
              </a:rPr>
              <a:t>行动</a:t>
            </a:r>
          </a:p>
        </p:txBody>
      </p:sp>
      <p:sp>
        <p:nvSpPr>
          <p:cNvPr id="17" name="pain-label">
            <a:extLst xmlns:a="http://schemas.openxmlformats.org/drawingml/2006/main">
              <a:ext uri="{FF2B5EF4-FFF2-40B4-BE49-F238E27FC236}">
                <a16:creationId xmlns:a16="http://schemas.microsoft.com/office/drawing/2014/main" id="{826652C6-CB0E-45D0-B963-A0711B6A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18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40261908-8EEC-45BF-BC2F-D11753E9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9" name="pain-list">
            <a:extLst xmlns:a="http://schemas.openxmlformats.org/drawingml/2006/main">
              <a:ext uri="{FF2B5EF4-FFF2-40B4-BE49-F238E27FC236}">
                <a16:creationId xmlns:a16="http://schemas.microsoft.com/office/drawing/2014/main" id="{5226542F-EEB1-48AE-84D5-E1D34640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目标是从金字塔向纺锤形转变，加厚战略财务和业务财务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重复找数、对口径和拼报告挤占判断时间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缺少把分析、证据、决策和行动连起来的方法</a:t>
            </a:r>
          </a:p>
        </p:txBody>
      </p:sp>
      <p:sp>
        <p:nvSpPr>
          <p:cNvPr id="20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89523B21-12BF-459A-B1C7-1A83DB62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用统一口径和固定证据减少重复核对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让财务人员把时间转向解释、判断与协同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平台提供工作载体，不承诺自然带来人员压降</a:t>
            </a:r>
          </a:p>
        </p:txBody>
      </p:sp>
      <p:sp>
        <p:nvSpPr>
          <p:cNvPr id="21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273AC7D5-3D11-4E30-9D8B-535EA65B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22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B7970F77-BEB3-45DB-923A-4B33E450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E8"/>
            </a:solidFill>
            <a:prstDash val="solid"/>
          </a:ln>
        </p:spPr>
      </p:sp>
      <p:sp>
        <p:nvSpPr>
          <p:cNvPr id="23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DEF8B7D6-77FA-4396-8686-A78DEE9D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24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EB2192A1-B9A7-4408-A89D-259E0BE2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25" name="footer-note-10">
            <a:extLst xmlns:a="http://schemas.openxmlformats.org/drawingml/2006/main">
              <a:ext uri="{FF2B5EF4-FFF2-40B4-BE49-F238E27FC236}">
                <a16:creationId xmlns:a16="http://schemas.microsoft.com/office/drawing/2014/main" id="{E229FD52-6EB1-4F67-99BC-27A9C813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人才转型目标｜实际组织成效需后续验证</a:t>
            </a:r>
          </a:p>
        </p:txBody>
      </p:sp>
      <p:sp>
        <p:nvSpPr>
          <p:cNvPr id="26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BCC77351-E104-4312-A4D8-C6FE2FCD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27123eca04a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5ebc4122543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1">
            <a:extLst xmlns:a="http://schemas.openxmlformats.org/drawingml/2006/main">
              <a:ext uri="{FF2B5EF4-FFF2-40B4-BE49-F238E27FC236}">
                <a16:creationId xmlns:a16="http://schemas.microsoft.com/office/drawing/2014/main" id="{875990A8-C769-49C8-8A23-F00C24DB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11">
            <a:extLst xmlns:a="http://schemas.openxmlformats.org/drawingml/2006/main">
              <a:ext uri="{FF2B5EF4-FFF2-40B4-BE49-F238E27FC236}">
                <a16:creationId xmlns:a16="http://schemas.microsoft.com/office/drawing/2014/main" id="{5BBA501E-713B-4730-8625-70BD02E1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要让另一场景复用，必须先把经验变成共同方法</a:t>
            </a:r>
          </a:p>
        </p:txBody>
      </p:sp>
      <p:sp>
        <p:nvSpPr>
          <p:cNvPr id="5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69A225D1-7549-466E-AC42-734FC755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4AE80C7D-57F1-4E07-8344-CA3C658F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7ECEC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C88280F9-11E9-4377-B96D-1693D4D2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8" name="journey-rail">
            <a:extLst xmlns:a="http://schemas.openxmlformats.org/drawingml/2006/main">
              <a:ext uri="{FF2B5EF4-FFF2-40B4-BE49-F238E27FC236}">
                <a16:creationId xmlns:a16="http://schemas.microsoft.com/office/drawing/2014/main" id="{BAAB209A-61BC-4BC2-A6B0-9AFD2EA8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CBDA"/>
            </a:solidFill>
            <a:prstDash val="solid"/>
          </a:ln>
        </p:spPr>
      </p:sp>
      <p:sp>
        <p:nvSpPr>
          <p:cNvPr id="9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199FB30A-2571-48E5-9EDE-308ABD54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0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D1D720B4-17D9-4D71-BA55-C7660B16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11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E1312701-4081-41B1-90F3-3D050D60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2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252ADF51-4438-48B9-BE3D-A9027E19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语义</a:t>
            </a:r>
          </a:p>
        </p:txBody>
      </p:sp>
      <p:sp>
        <p:nvSpPr>
          <p:cNvPr id="13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8F88F7A-F4B6-4540-992A-3BE2673C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EAF98ABE-AA21-4953-90F3-49EECDAA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15" name="journey-dot-4">
            <a:extLst xmlns:a="http://schemas.openxmlformats.org/drawingml/2006/main">
              <a:ext uri="{FF2B5EF4-FFF2-40B4-BE49-F238E27FC236}">
                <a16:creationId xmlns:a16="http://schemas.microsoft.com/office/drawing/2014/main" id="{D373FB60-0E48-4D5B-B970-BD490609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EA7"/>
          </a:solidFill>
          <a:ln xmlns:a="http://schemas.openxmlformats.org/drawingml/2006/main" w="9525">
            <a:solidFill>
              <a:srgbClr val="7B5EA7"/>
            </a:solidFill>
            <a:prstDash val="solid"/>
          </a:ln>
        </p:spPr>
      </p:sp>
      <p:sp>
        <p:nvSpPr>
          <p:cNvPr id="16" name="journey-label-4">
            <a:extLst xmlns:a="http://schemas.openxmlformats.org/drawingml/2006/main">
              <a:ext uri="{FF2B5EF4-FFF2-40B4-BE49-F238E27FC236}">
                <a16:creationId xmlns:a16="http://schemas.microsoft.com/office/drawing/2014/main" id="{22771A31-4EB2-43F9-AF32-961E4D5F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57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B5EA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7B5EA7"/>
                </a:solidFill>
                <a:latin typeface="微软雅黑"/>
                <a:ea typeface="微软雅黑"/>
                <a:cs typeface="微软雅黑"/>
              </a:rPr>
              <a:t>行动</a:t>
            </a:r>
          </a:p>
        </p:txBody>
      </p:sp>
      <p:sp>
        <p:nvSpPr>
          <p:cNvPr id="17" name="pain-label">
            <a:extLst xmlns:a="http://schemas.openxmlformats.org/drawingml/2006/main">
              <a:ext uri="{FF2B5EF4-FFF2-40B4-BE49-F238E27FC236}">
                <a16:creationId xmlns:a16="http://schemas.microsoft.com/office/drawing/2014/main" id="{C0D94DE4-F8D1-4155-80A4-7EE999FA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18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A4CC8B5F-351D-4659-B4E0-8524F4ED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9" name="pain-list">
            <a:extLst xmlns:a="http://schemas.openxmlformats.org/drawingml/2006/main">
              <a:ext uri="{FF2B5EF4-FFF2-40B4-BE49-F238E27FC236}">
                <a16:creationId xmlns:a16="http://schemas.microsoft.com/office/drawing/2014/main" id="{FDF06CD0-D803-48E0-992E-D6BA0BF3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对象、指标、规则、证据和责任缺少共同建模方式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专家经验换一个场景就要重新解释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未经确认的结论容易被误当成可复用能力</a:t>
            </a:r>
          </a:p>
        </p:txBody>
      </p:sp>
      <p:sp>
        <p:nvSpPr>
          <p:cNvPr id="20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5B035075-634B-4BF7-AFBC-1D23EB3D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从决策和行动出发，反推对象、指标、规则和证据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为资源指定 Owner、版本、门禁和跨模块合同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复用机制与方法，不复制未经确认的业务结论</a:t>
            </a:r>
          </a:p>
        </p:txBody>
      </p:sp>
      <p:sp>
        <p:nvSpPr>
          <p:cNvPr id="21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95CBF10C-6F9B-4968-8CBA-6F9A80F5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A64848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22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2D6D001D-2E68-4762-82AF-CA81AB46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E8"/>
            </a:solidFill>
            <a:prstDash val="solid"/>
          </a:ln>
        </p:spPr>
      </p:sp>
      <p:sp>
        <p:nvSpPr>
          <p:cNvPr id="23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EF54D41B-92D4-43EB-8AFF-1C80A6B0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24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5EB940FC-B06D-4169-8D09-BD07822A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25" name="footer-note-11">
            <a:extLst xmlns:a="http://schemas.openxmlformats.org/drawingml/2006/main">
              <a:ext uri="{FF2B5EF4-FFF2-40B4-BE49-F238E27FC236}">
                <a16:creationId xmlns:a16="http://schemas.microsoft.com/office/drawing/2014/main" id="{24488FD8-DDF4-4133-A093-A8BD6E7A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共同方法先于场景复制</a:t>
            </a:r>
          </a:p>
        </p:txBody>
      </p:sp>
      <p:sp>
        <p:nvSpPr>
          <p:cNvPr id="26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243448E3-D843-4DA3-AC8B-85D29D98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9e8042b4847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5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caf7bbda743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2">
            <a:extLst xmlns:a="http://schemas.openxmlformats.org/drawingml/2006/main">
              <a:ext uri="{FF2B5EF4-FFF2-40B4-BE49-F238E27FC236}">
                <a16:creationId xmlns:a16="http://schemas.microsoft.com/office/drawing/2014/main" id="{E6F66BA4-91E9-4819-9E92-5A4279D1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本体为什么重要</a:t>
            </a:r>
          </a:p>
        </p:txBody>
      </p:sp>
      <p:sp>
        <p:nvSpPr>
          <p:cNvPr id="4" name="title-12">
            <a:extLst xmlns:a="http://schemas.openxmlformats.org/drawingml/2006/main">
              <a:ext uri="{FF2B5EF4-FFF2-40B4-BE49-F238E27FC236}">
                <a16:creationId xmlns:a16="http://schemas.microsoft.com/office/drawing/2014/main" id="{EC98E780-6967-43DD-9476-FB354527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本体给这笔融资一张业务身份证、一张关系图和一套行动合同</a:t>
            </a:r>
          </a:p>
        </p:txBody>
      </p:sp>
      <p:sp>
        <p:nvSpPr>
          <p:cNvPr id="5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22B99702-2387-410B-BD62-7941D7CA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ont-edge-1">
            <a:extLst xmlns:a="http://schemas.openxmlformats.org/drawingml/2006/main">
              <a:ext uri="{FF2B5EF4-FFF2-40B4-BE49-F238E27FC236}">
                <a16:creationId xmlns:a16="http://schemas.microsoft.com/office/drawing/2014/main" id="{4A3EED50-DF31-44B2-9D73-30A6B17B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9090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E8"/>
            </a:solidFill>
            <a:prstDash val="solid"/>
          </a:ln>
        </p:spPr>
      </p:sp>
      <p:sp>
        <p:nvSpPr>
          <p:cNvPr id="7" name="ont-edge-1-arrowhead">
            <a:extLst xmlns:a="http://schemas.openxmlformats.org/drawingml/2006/main">
              <a:ext uri="{FF2B5EF4-FFF2-40B4-BE49-F238E27FC236}">
                <a16:creationId xmlns:a16="http://schemas.microsoft.com/office/drawing/2014/main" id="{40372A75-E043-4B6D-B83C-07A27AFD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62350" y="3333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8" name="ont-edge-2">
            <a:extLst xmlns:a="http://schemas.openxmlformats.org/drawingml/2006/main">
              <a:ext uri="{FF2B5EF4-FFF2-40B4-BE49-F238E27FC236}">
                <a16:creationId xmlns:a16="http://schemas.microsoft.com/office/drawing/2014/main" id="{42EB5F6F-6CE6-4B5E-9D66-4F6D9A64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E8"/>
            </a:solidFill>
            <a:prstDash val="solid"/>
          </a:ln>
        </p:spPr>
      </p:sp>
      <p:sp>
        <p:nvSpPr>
          <p:cNvPr id="9" name="ont-edge-2-arrowhead">
            <a:extLst xmlns:a="http://schemas.openxmlformats.org/drawingml/2006/main">
              <a:ext uri="{FF2B5EF4-FFF2-40B4-BE49-F238E27FC236}">
                <a16:creationId xmlns:a16="http://schemas.microsoft.com/office/drawing/2014/main" id="{97E8C288-05DC-4302-9925-2858B5ED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91250" y="3333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0" name="ont-edge-3">
            <a:extLst xmlns:a="http://schemas.openxmlformats.org/drawingml/2006/main">
              <a:ext uri="{FF2B5EF4-FFF2-40B4-BE49-F238E27FC236}">
                <a16:creationId xmlns:a16="http://schemas.microsoft.com/office/drawing/2014/main" id="{B4B370E6-23BA-4E00-91AB-59D6F013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00450"/>
            <a:ext cx="681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E8"/>
            </a:solidFill>
            <a:prstDash val="solid"/>
          </a:ln>
        </p:spPr>
      </p:sp>
      <p:sp>
        <p:nvSpPr>
          <p:cNvPr id="11" name="ont-edge-3-arrowhead">
            <a:extLst xmlns:a="http://schemas.openxmlformats.org/drawingml/2006/main">
              <a:ext uri="{FF2B5EF4-FFF2-40B4-BE49-F238E27FC236}">
                <a16:creationId xmlns:a16="http://schemas.microsoft.com/office/drawing/2014/main" id="{2E73782A-E5D4-4C6B-9B8E-17F7FEF7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20150" y="3543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4836B-6BC8-4CB6-998D-6C601D8E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43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拥有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99C83-BC50-4B11-BC02-552ADADC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融资于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3EE0F-C4E5-4987-846A-0A7DEC42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38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责任归属</a:t>
            </a:r>
          </a:p>
        </p:txBody>
      </p:sp>
      <p:sp>
        <p:nvSpPr>
          <p:cNvPr id="15" name="ont-node-1">
            <a:extLst xmlns:a="http://schemas.openxmlformats.org/drawingml/2006/main">
              <a:ext uri="{FF2B5EF4-FFF2-40B4-BE49-F238E27FC236}">
                <a16:creationId xmlns:a16="http://schemas.microsoft.com/office/drawing/2014/main" id="{43156E47-9932-4D9D-827B-AC2F9DC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6" name="ont-label-1">
            <a:extLst xmlns:a="http://schemas.openxmlformats.org/drawingml/2006/main">
              <a:ext uri="{FF2B5EF4-FFF2-40B4-BE49-F238E27FC236}">
                <a16:creationId xmlns:a16="http://schemas.microsoft.com/office/drawing/2014/main" id="{D86C245E-AA94-44AE-B1A3-310D3CD9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融资主体</a:t>
            </a:r>
          </a:p>
        </p:txBody>
      </p:sp>
      <p:sp>
        <p:nvSpPr>
          <p:cNvPr id="17" name="ont-sub-1">
            <a:extLst xmlns:a="http://schemas.openxmlformats.org/drawingml/2006/main">
              <a:ext uri="{FF2B5EF4-FFF2-40B4-BE49-F238E27FC236}">
                <a16:creationId xmlns:a16="http://schemas.microsoft.com/office/drawing/2014/main" id="{600BBE6E-EAD8-47D4-964B-00F2EE04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业务对象</a:t>
            </a:r>
          </a:p>
        </p:txBody>
      </p:sp>
      <p:sp>
        <p:nvSpPr>
          <p:cNvPr id="18" name="ont-node-2">
            <a:extLst xmlns:a="http://schemas.openxmlformats.org/drawingml/2006/main">
              <a:ext uri="{FF2B5EF4-FFF2-40B4-BE49-F238E27FC236}">
                <a16:creationId xmlns:a16="http://schemas.microsoft.com/office/drawing/2014/main" id="{DB72F7B9-760F-4924-972B-2081AE85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AE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19" name="ont-label-2">
            <a:extLst xmlns:a="http://schemas.openxmlformats.org/drawingml/2006/main">
              <a:ext uri="{FF2B5EF4-FFF2-40B4-BE49-F238E27FC236}">
                <a16:creationId xmlns:a16="http://schemas.microsoft.com/office/drawing/2014/main" id="{351C4DC5-4644-422F-B91B-4428FECC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242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融资明细</a:t>
            </a:r>
          </a:p>
        </p:txBody>
      </p:sp>
      <p:sp>
        <p:nvSpPr>
          <p:cNvPr id="20" name="ont-sub-2">
            <a:extLst xmlns:a="http://schemas.openxmlformats.org/drawingml/2006/main">
              <a:ext uri="{FF2B5EF4-FFF2-40B4-BE49-F238E27FC236}">
                <a16:creationId xmlns:a16="http://schemas.microsoft.com/office/drawing/2014/main" id="{710A106C-95B3-42BB-970D-017F4045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48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EAF5FF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EAF5FF"/>
                </a:solidFill>
                <a:latin typeface="微软雅黑"/>
                <a:ea typeface="微软雅黑"/>
                <a:cs typeface="微软雅黑"/>
              </a:rPr>
              <a:t>业务对象</a:t>
            </a:r>
          </a:p>
        </p:txBody>
      </p:sp>
      <p:sp>
        <p:nvSpPr>
          <p:cNvPr id="21" name="ont-node-3">
            <a:extLst xmlns:a="http://schemas.openxmlformats.org/drawingml/2006/main">
              <a:ext uri="{FF2B5EF4-FFF2-40B4-BE49-F238E27FC236}">
                <a16:creationId xmlns:a16="http://schemas.microsoft.com/office/drawing/2014/main" id="{1B2DD536-6E9A-4076-BA44-3F4A8C7F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2" name="ont-label-3">
            <a:extLst xmlns:a="http://schemas.openxmlformats.org/drawingml/2006/main">
              <a:ext uri="{FF2B5EF4-FFF2-40B4-BE49-F238E27FC236}">
                <a16:creationId xmlns:a16="http://schemas.microsoft.com/office/drawing/2014/main" id="{48A28BA7-1A5D-4709-A154-397A8670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242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金融机构</a:t>
            </a:r>
          </a:p>
        </p:txBody>
      </p:sp>
      <p:sp>
        <p:nvSpPr>
          <p:cNvPr id="23" name="ont-sub-3">
            <a:extLst xmlns:a="http://schemas.openxmlformats.org/drawingml/2006/main">
              <a:ext uri="{FF2B5EF4-FFF2-40B4-BE49-F238E27FC236}">
                <a16:creationId xmlns:a16="http://schemas.microsoft.com/office/drawing/2014/main" id="{FE4ED1C0-1992-42A9-A3FE-F3F7CCA0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48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业务对象</a:t>
            </a:r>
          </a:p>
        </p:txBody>
      </p:sp>
      <p:sp>
        <p:nvSpPr>
          <p:cNvPr id="24" name="ont-node-4">
            <a:extLst xmlns:a="http://schemas.openxmlformats.org/drawingml/2006/main">
              <a:ext uri="{FF2B5EF4-FFF2-40B4-BE49-F238E27FC236}">
                <a16:creationId xmlns:a16="http://schemas.microsoft.com/office/drawing/2014/main" id="{7374B328-2BA3-45A7-BA1E-93C89B21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5" name="ont-label-4">
            <a:extLst xmlns:a="http://schemas.openxmlformats.org/drawingml/2006/main">
              <a:ext uri="{FF2B5EF4-FFF2-40B4-BE49-F238E27FC236}">
                <a16:creationId xmlns:a16="http://schemas.microsoft.com/office/drawing/2014/main" id="{25257489-7FBE-49C6-B662-DF83FD44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242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负责人</a:t>
            </a:r>
          </a:p>
        </p:txBody>
      </p:sp>
      <p:sp>
        <p:nvSpPr>
          <p:cNvPr id="26" name="ont-sub-4">
            <a:extLst xmlns:a="http://schemas.openxmlformats.org/drawingml/2006/main">
              <a:ext uri="{FF2B5EF4-FFF2-40B4-BE49-F238E27FC236}">
                <a16:creationId xmlns:a16="http://schemas.microsoft.com/office/drawing/2014/main" id="{AA82340B-4455-4D79-8FE6-C8D3960B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48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业务对象</a:t>
            </a:r>
          </a:p>
        </p:txBody>
      </p:sp>
      <p:sp>
        <p:nvSpPr>
          <p:cNvPr id="27" name="ont-definition-1">
            <a:extLst xmlns:a="http://schemas.openxmlformats.org/drawingml/2006/main">
              <a:ext uri="{FF2B5EF4-FFF2-40B4-BE49-F238E27FC236}">
                <a16:creationId xmlns:a16="http://schemas.microsoft.com/office/drawing/2014/main" id="{9B55FD77-0B1A-465E-8FDB-C728D9F4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17526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E181C9-E0CC-4BE0-B48A-108958CA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共同词典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274207-AFF5-4BB6-BE9D-61F17589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14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对象与属性</a:t>
            </a:r>
          </a:p>
        </p:txBody>
      </p:sp>
      <p:sp>
        <p:nvSpPr>
          <p:cNvPr id="30" name="ont-definition-2">
            <a:extLst xmlns:a="http://schemas.openxmlformats.org/drawingml/2006/main">
              <a:ext uri="{FF2B5EF4-FFF2-40B4-BE49-F238E27FC236}">
                <a16:creationId xmlns:a16="http://schemas.microsoft.com/office/drawing/2014/main" id="{6EB591D4-CEB6-4EBE-994A-F55CA57D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52950"/>
            <a:ext cx="17526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73DE1F-94C3-47B4-AE22-EB2C6188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关系地图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EA3953-67B7-4C6A-BB7B-C63027FA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14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对象如何关联</a:t>
            </a:r>
          </a:p>
        </p:txBody>
      </p:sp>
      <p:sp>
        <p:nvSpPr>
          <p:cNvPr id="33" name="ont-definition-3">
            <a:extLst xmlns:a="http://schemas.openxmlformats.org/drawingml/2006/main">
              <a:ext uri="{FF2B5EF4-FFF2-40B4-BE49-F238E27FC236}">
                <a16:creationId xmlns:a16="http://schemas.microsoft.com/office/drawing/2014/main" id="{B4C59E4B-96C3-4741-AE24-02CC7F70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52950"/>
            <a:ext cx="17526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E76EE2-C441-4FED-A4DD-DCAAF581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计算口径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D01C72-7E04-4770-80FC-7A278129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14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Metric</a:t>
            </a:r>
          </a:p>
        </p:txBody>
      </p:sp>
      <p:sp>
        <p:nvSpPr>
          <p:cNvPr id="36" name="ont-definition-4">
            <a:extLst xmlns:a="http://schemas.openxmlformats.org/drawingml/2006/main">
              <a:ext uri="{FF2B5EF4-FFF2-40B4-BE49-F238E27FC236}">
                <a16:creationId xmlns:a16="http://schemas.microsoft.com/office/drawing/2014/main" id="{CC1569EC-A104-41F4-8150-8AD05FEB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17526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AE744A-71E4-4562-B996-4877E6C9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判断规则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AC0055-4F29-4F96-A2ED-E6A5A40F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14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Rule</a:t>
            </a:r>
          </a:p>
        </p:txBody>
      </p:sp>
      <p:sp>
        <p:nvSpPr>
          <p:cNvPr id="39" name="ont-definition-5">
            <a:extLst xmlns:a="http://schemas.openxmlformats.org/drawingml/2006/main">
              <a:ext uri="{FF2B5EF4-FFF2-40B4-BE49-F238E27FC236}">
                <a16:creationId xmlns:a16="http://schemas.microsoft.com/office/drawing/2014/main" id="{4C2DF2AF-9A4B-4C21-A3EA-D90ECCC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52950"/>
            <a:ext cx="17526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11F4F4-3855-4119-9A67-CFAD264F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行动合同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3CF4BD-72A4-40CF-A72F-1D526E96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14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Action Type</a:t>
            </a:r>
          </a:p>
        </p:txBody>
      </p:sp>
      <p:sp>
        <p:nvSpPr>
          <p:cNvPr id="42" name="footer-note-12">
            <a:extLst xmlns:a="http://schemas.openxmlformats.org/drawingml/2006/main">
              <a:ext uri="{FF2B5EF4-FFF2-40B4-BE49-F238E27FC236}">
                <a16:creationId xmlns:a16="http://schemas.microsoft.com/office/drawing/2014/main" id="{A0FF0CC1-58DA-46E5-AC71-7F14F97A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本体不是再建一张表，也不只是画知识图谱</a:t>
            </a:r>
          </a:p>
        </p:txBody>
      </p:sp>
      <p:sp>
        <p:nvSpPr>
          <p:cNvPr id="43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066D5072-A1BF-4246-9848-D43AF385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6e9a5fa174b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3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3b916d3fc4f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3">
            <a:extLst xmlns:a="http://schemas.openxmlformats.org/drawingml/2006/main">
              <a:ext uri="{FF2B5EF4-FFF2-40B4-BE49-F238E27FC236}">
                <a16:creationId xmlns:a16="http://schemas.microsoft.com/office/drawing/2014/main" id="{7344389E-6973-4B90-979F-66AF7401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本体与传统平台</a:t>
            </a:r>
          </a:p>
        </p:txBody>
      </p:sp>
      <p:sp>
        <p:nvSpPr>
          <p:cNvPr id="4" name="title-13">
            <a:extLst xmlns:a="http://schemas.openxmlformats.org/drawingml/2006/main">
              <a:ext uri="{FF2B5EF4-FFF2-40B4-BE49-F238E27FC236}">
                <a16:creationId xmlns:a16="http://schemas.microsoft.com/office/drawing/2014/main" id="{69266192-2BA3-415E-A5B0-1A8195AE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表记录它存在哪里，本体说明它是谁、与谁有关、可以做什么</a:t>
            </a:r>
          </a:p>
        </p:txBody>
      </p:sp>
      <p:sp>
        <p:nvSpPr>
          <p:cNvPr id="5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6E9564FA-0A93-4995-A710-CA8E7820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compare-edge-1">
            <a:extLst xmlns:a="http://schemas.openxmlformats.org/drawingml/2006/main">
              <a:ext uri="{FF2B5EF4-FFF2-40B4-BE49-F238E27FC236}">
                <a16:creationId xmlns:a16="http://schemas.microsoft.com/office/drawing/2014/main" id="{B8FA038F-073D-4183-BFA3-EB197632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7" name="compare-edge-1-arrowhead">
            <a:extLst xmlns:a="http://schemas.openxmlformats.org/drawingml/2006/main">
              <a:ext uri="{FF2B5EF4-FFF2-40B4-BE49-F238E27FC236}">
                <a16:creationId xmlns:a16="http://schemas.microsoft.com/office/drawing/2014/main" id="{B0E62D26-8B6A-4E3E-8805-767E7C67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848100" y="3276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8" name="compare-edge-2">
            <a:extLst xmlns:a="http://schemas.openxmlformats.org/drawingml/2006/main">
              <a:ext uri="{FF2B5EF4-FFF2-40B4-BE49-F238E27FC236}">
                <a16:creationId xmlns:a16="http://schemas.microsoft.com/office/drawing/2014/main" id="{D34C7DAC-0441-472B-BECC-D718869E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33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9" name="compare-edge-2-arrowhead">
            <a:extLst xmlns:a="http://schemas.openxmlformats.org/drawingml/2006/main">
              <a:ext uri="{FF2B5EF4-FFF2-40B4-BE49-F238E27FC236}">
                <a16:creationId xmlns:a16="http://schemas.microsoft.com/office/drawing/2014/main" id="{F4ABD03E-A823-47E4-A536-3DA223D7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486650" y="3276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0" name="compare-col-1">
            <a:extLst xmlns:a="http://schemas.openxmlformats.org/drawingml/2006/main">
              <a:ext uri="{FF2B5EF4-FFF2-40B4-BE49-F238E27FC236}">
                <a16:creationId xmlns:a16="http://schemas.microsoft.com/office/drawing/2014/main" id="{F2608779-ACDA-429C-A118-B5FB7573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3219450" cy="2990850"/>
          </a:xfrm>
          <a:prstGeom xmlns:a="http://schemas.openxmlformats.org/drawingml/2006/main" prst="roundRect">
            <a:avLst>
              <a:gd name="adj" fmla="val 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1" name="compare-bar-1">
            <a:extLst xmlns:a="http://schemas.openxmlformats.org/drawingml/2006/main">
              <a:ext uri="{FF2B5EF4-FFF2-40B4-BE49-F238E27FC236}">
                <a16:creationId xmlns:a16="http://schemas.microsoft.com/office/drawing/2014/main" id="{F6D1DF07-45B9-472D-A4DC-D12AEDF2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779"/>
          </a:solidFill>
          <a:ln xmlns:a="http://schemas.openxmlformats.org/drawingml/2006/main" w="9525">
            <a:solidFill>
              <a:srgbClr val="596779"/>
            </a:solidFill>
            <a:prstDash val="solid"/>
          </a:ln>
        </p:spPr>
      </p:sp>
      <p:sp>
        <p:nvSpPr>
          <p:cNvPr id="12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98288A78-2EAB-4795-A636-E589F70F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数据平台</a:t>
            </a:r>
          </a:p>
        </p:txBody>
      </p:sp>
      <p:sp>
        <p:nvSpPr>
          <p:cNvPr id="13" name="compare-sub-1">
            <a:extLst xmlns:a="http://schemas.openxmlformats.org/drawingml/2006/main">
              <a:ext uri="{FF2B5EF4-FFF2-40B4-BE49-F238E27FC236}">
                <a16:creationId xmlns:a16="http://schemas.microsoft.com/office/drawing/2014/main" id="{3FE79E0F-85F0-4F69-85AD-421480A6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让数据可用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70258-F5B9-4261-97B1-4A0CA4F9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5" name="compare-list-1">
            <a:extLst xmlns:a="http://schemas.openxmlformats.org/drawingml/2006/main">
              <a:ext uri="{FF2B5EF4-FFF2-40B4-BE49-F238E27FC236}">
                <a16:creationId xmlns:a16="http://schemas.microsoft.com/office/drawing/2014/main" id="{E718DE54-280C-4C15-B43C-B57EA034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来源与快照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加工与质量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时点与版本</a:t>
            </a:r>
          </a:p>
        </p:txBody>
      </p:sp>
      <p:sp>
        <p:nvSpPr>
          <p:cNvPr id="16" name="compare-col-2">
            <a:extLst xmlns:a="http://schemas.openxmlformats.org/drawingml/2006/main">
              <a:ext uri="{FF2B5EF4-FFF2-40B4-BE49-F238E27FC236}">
                <a16:creationId xmlns:a16="http://schemas.microsoft.com/office/drawing/2014/main" id="{7F199111-3B4B-4846-9AB4-38D2C58C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33600"/>
            <a:ext cx="3219450" cy="2990850"/>
          </a:xfrm>
          <a:prstGeom xmlns:a="http://schemas.openxmlformats.org/drawingml/2006/main" prst="roundRect">
            <a:avLst>
              <a:gd name="adj" fmla="val 955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17" name="compare-bar-2">
            <a:extLst xmlns:a="http://schemas.openxmlformats.org/drawingml/2006/main">
              <a:ext uri="{FF2B5EF4-FFF2-40B4-BE49-F238E27FC236}">
                <a16:creationId xmlns:a16="http://schemas.microsoft.com/office/drawing/2014/main" id="{D3171367-A4AF-4E4D-9CE4-292A13E1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3360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AE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18" name="compare-title-2">
            <a:extLst xmlns:a="http://schemas.openxmlformats.org/drawingml/2006/main">
              <a:ext uri="{FF2B5EF4-FFF2-40B4-BE49-F238E27FC236}">
                <a16:creationId xmlns:a16="http://schemas.microsoft.com/office/drawing/2014/main" id="{F3C66B45-FF4D-45E6-BF11-0AA48803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本体平台</a:t>
            </a:r>
          </a:p>
        </p:txBody>
      </p:sp>
      <p:sp>
        <p:nvSpPr>
          <p:cNvPr id="19" name="compare-sub-2">
            <a:extLst xmlns:a="http://schemas.openxmlformats.org/drawingml/2006/main">
              <a:ext uri="{FF2B5EF4-FFF2-40B4-BE49-F238E27FC236}">
                <a16:creationId xmlns:a16="http://schemas.microsoft.com/office/drawing/2014/main" id="{C3C7F887-A6EE-49A3-BC66-8BA20036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让业务可理解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18838-547C-4BE9-8166-4F1B84D0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1" name="compare-list-2">
            <a:extLst xmlns:a="http://schemas.openxmlformats.org/drawingml/2006/main">
              <a:ext uri="{FF2B5EF4-FFF2-40B4-BE49-F238E27FC236}">
                <a16:creationId xmlns:a16="http://schemas.microsoft.com/office/drawing/2014/main" id="{53A43720-907A-460E-A8E1-8E71FC6B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对象与关系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指标与规则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行动定义</a:t>
            </a:r>
          </a:p>
        </p:txBody>
      </p:sp>
      <p:sp>
        <p:nvSpPr>
          <p:cNvPr id="22" name="compare-col-3">
            <a:extLst xmlns:a="http://schemas.openxmlformats.org/drawingml/2006/main">
              <a:ext uri="{FF2B5EF4-FFF2-40B4-BE49-F238E27FC236}">
                <a16:creationId xmlns:a16="http://schemas.microsoft.com/office/drawing/2014/main" id="{F0D32A5C-FA2D-4FAE-8DE8-182BAB1E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3219450" cy="2990850"/>
          </a:xfrm>
          <a:prstGeom xmlns:a="http://schemas.openxmlformats.org/drawingml/2006/main" prst="roundRect">
            <a:avLst>
              <a:gd name="adj" fmla="val 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3" name="compare-bar-3">
            <a:extLst xmlns:a="http://schemas.openxmlformats.org/drawingml/2006/main">
              <a:ext uri="{FF2B5EF4-FFF2-40B4-BE49-F238E27FC236}">
                <a16:creationId xmlns:a16="http://schemas.microsoft.com/office/drawing/2014/main" id="{734A9023-6C91-47F9-83EB-4E9727C9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EA7"/>
          </a:solidFill>
          <a:ln xmlns:a="http://schemas.openxmlformats.org/drawingml/2006/main" w="9525">
            <a:solidFill>
              <a:srgbClr val="7B5EA7"/>
            </a:solidFill>
            <a:prstDash val="solid"/>
          </a:ln>
        </p:spPr>
      </p:sp>
      <p:sp>
        <p:nvSpPr>
          <p:cNvPr id="24" name="compare-title-3">
            <a:extLst xmlns:a="http://schemas.openxmlformats.org/drawingml/2006/main">
              <a:ext uri="{FF2B5EF4-FFF2-40B4-BE49-F238E27FC236}">
                <a16:creationId xmlns:a16="http://schemas.microsoft.com/office/drawing/2014/main" id="{40083E9E-1F4A-4607-859D-EE7D88BA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智能消费</a:t>
            </a:r>
          </a:p>
        </p:txBody>
      </p:sp>
      <p:sp>
        <p:nvSpPr>
          <p:cNvPr id="25" name="compare-sub-3">
            <a:extLst xmlns:a="http://schemas.openxmlformats.org/drawingml/2006/main">
              <a:ext uri="{FF2B5EF4-FFF2-40B4-BE49-F238E27FC236}">
                <a16:creationId xmlns:a16="http://schemas.microsoft.com/office/drawing/2014/main" id="{1E574FAF-0E06-4C3B-9BAB-4CCD5D28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B5EA7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7B5EA7"/>
                </a:solidFill>
                <a:latin typeface="微软雅黑"/>
                <a:ea typeface="微软雅黑"/>
                <a:cs typeface="微软雅黑"/>
              </a:rPr>
              <a:t>让结果可复核、行动可追踪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F910F2-034F-42DE-99BE-99D59D7F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1945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7" name="compare-list-3">
            <a:extLst xmlns:a="http://schemas.openxmlformats.org/drawingml/2006/main">
              <a:ext uri="{FF2B5EF4-FFF2-40B4-BE49-F238E27FC236}">
                <a16:creationId xmlns:a16="http://schemas.microsoft.com/office/drawing/2014/main" id="{6424EE1F-6727-4B2F-8FCF-3852D9BA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问数与报告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Agent 解释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Action Request</a:t>
            </a:r>
          </a:p>
        </p:txBody>
      </p:sp>
      <p:sp>
        <p:nvSpPr>
          <p:cNvPr id="28" name="footer-note-13">
            <a:extLst xmlns:a="http://schemas.openxmlformats.org/drawingml/2006/main">
              <a:ext uri="{FF2B5EF4-FFF2-40B4-BE49-F238E27FC236}">
                <a16:creationId xmlns:a16="http://schemas.microsoft.com/office/drawing/2014/main" id="{7531A397-7005-4EF5-BC90-FCD97041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上下层协作，不相互替代；正式消费只读取兼容的精确版本</a:t>
            </a:r>
          </a:p>
        </p:txBody>
      </p:sp>
      <p:sp>
        <p:nvSpPr>
          <p:cNvPr id="29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E797E32F-F7C8-4ED7-B67C-DBE8770E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4a7c3a28142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981709f1246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4">
            <a:extLst xmlns:a="http://schemas.openxmlformats.org/drawingml/2006/main">
              <a:ext uri="{FF2B5EF4-FFF2-40B4-BE49-F238E27FC236}">
                <a16:creationId xmlns:a16="http://schemas.microsoft.com/office/drawing/2014/main" id="{DA9DB953-F55A-488C-AF3C-4E7AE3D7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数据消费路径</a:t>
            </a:r>
          </a:p>
        </p:txBody>
      </p:sp>
      <p:sp>
        <p:nvSpPr>
          <p:cNvPr id="4" name="title-14">
            <a:extLst xmlns:a="http://schemas.openxmlformats.org/drawingml/2006/main">
              <a:ext uri="{FF2B5EF4-FFF2-40B4-BE49-F238E27FC236}">
                <a16:creationId xmlns:a16="http://schemas.microsoft.com/office/drawing/2014/main" id="{874740A2-5539-41B7-96A5-42572527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这笔融资沿一条权威路径进入问数、报告和行动</a:t>
            </a:r>
          </a:p>
        </p:txBody>
      </p:sp>
      <p:sp>
        <p:nvSpPr>
          <p:cNvPr id="5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043ADEF8-E424-4A8E-B651-186A05BF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path-edge-1">
            <a:extLst xmlns:a="http://schemas.openxmlformats.org/drawingml/2006/main">
              <a:ext uri="{FF2B5EF4-FFF2-40B4-BE49-F238E27FC236}">
                <a16:creationId xmlns:a16="http://schemas.microsoft.com/office/drawing/2014/main" id="{2563DE41-7936-4A13-9AA6-2D999F26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290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7" name="path-edge-1-arrowhead">
            <a:extLst xmlns:a="http://schemas.openxmlformats.org/drawingml/2006/main">
              <a:ext uri="{FF2B5EF4-FFF2-40B4-BE49-F238E27FC236}">
                <a16:creationId xmlns:a16="http://schemas.microsoft.com/office/drawing/2014/main" id="{C9624EDA-0413-449C-9C18-5A906711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14550" y="3371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8" name="path-edge-2">
            <a:extLst xmlns:a="http://schemas.openxmlformats.org/drawingml/2006/main">
              <a:ext uri="{FF2B5EF4-FFF2-40B4-BE49-F238E27FC236}">
                <a16:creationId xmlns:a16="http://schemas.microsoft.com/office/drawing/2014/main" id="{84101E0C-1401-4AF4-BE92-9BADF4F8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290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9" name="path-edge-2-arrowhead">
            <a:extLst xmlns:a="http://schemas.openxmlformats.org/drawingml/2006/main">
              <a:ext uri="{FF2B5EF4-FFF2-40B4-BE49-F238E27FC236}">
                <a16:creationId xmlns:a16="http://schemas.microsoft.com/office/drawing/2014/main" id="{C9124243-C078-487B-BEC2-D5F7076A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981450" y="3371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0" name="path-edge-3">
            <a:extLst xmlns:a="http://schemas.openxmlformats.org/drawingml/2006/main">
              <a:ext uri="{FF2B5EF4-FFF2-40B4-BE49-F238E27FC236}">
                <a16:creationId xmlns:a16="http://schemas.microsoft.com/office/drawing/2014/main" id="{4B578F05-6EDE-4DBC-BEBB-9E5B4545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290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1" name="path-edge-3-arrowhead">
            <a:extLst xmlns:a="http://schemas.openxmlformats.org/drawingml/2006/main">
              <a:ext uri="{FF2B5EF4-FFF2-40B4-BE49-F238E27FC236}">
                <a16:creationId xmlns:a16="http://schemas.microsoft.com/office/drawing/2014/main" id="{1CA74B0E-5174-4862-ABC3-B4671E0C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48350" y="3371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2" name="path-edge-4">
            <a:extLst xmlns:a="http://schemas.openxmlformats.org/drawingml/2006/main">
              <a:ext uri="{FF2B5EF4-FFF2-40B4-BE49-F238E27FC236}">
                <a16:creationId xmlns:a16="http://schemas.microsoft.com/office/drawing/2014/main" id="{75C701B7-7B1E-4136-AAF2-4C78ED4C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3" name="path-edge-4-arrowhead">
            <a:extLst xmlns:a="http://schemas.openxmlformats.org/drawingml/2006/main">
              <a:ext uri="{FF2B5EF4-FFF2-40B4-BE49-F238E27FC236}">
                <a16:creationId xmlns:a16="http://schemas.microsoft.com/office/drawing/2014/main" id="{F26E26FA-EB76-4C81-A6D9-2B2D2B17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371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4" name="path-edge-5">
            <a:extLst xmlns:a="http://schemas.openxmlformats.org/drawingml/2006/main">
              <a:ext uri="{FF2B5EF4-FFF2-40B4-BE49-F238E27FC236}">
                <a16:creationId xmlns:a16="http://schemas.microsoft.com/office/drawing/2014/main" id="{FD60DD7B-0E4E-4DE4-AF2A-4558DE73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290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5" name="path-edge-5-arrowhead">
            <a:extLst xmlns:a="http://schemas.openxmlformats.org/drawingml/2006/main">
              <a:ext uri="{FF2B5EF4-FFF2-40B4-BE49-F238E27FC236}">
                <a16:creationId xmlns:a16="http://schemas.microsoft.com/office/drawing/2014/main" id="{2B1CFDDC-B99C-4185-90C5-614A61B1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82150" y="3371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6" name="path-node-1">
            <a:extLst xmlns:a="http://schemas.openxmlformats.org/drawingml/2006/main">
              <a:ext uri="{FF2B5EF4-FFF2-40B4-BE49-F238E27FC236}">
                <a16:creationId xmlns:a16="http://schemas.microsoft.com/office/drawing/2014/main" id="{7D052360-4390-4EEB-8541-0AF4DBCA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1562100" cy="14097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7" name="path-index-1">
            <a:extLst xmlns:a="http://schemas.openxmlformats.org/drawingml/2006/main">
              <a:ext uri="{FF2B5EF4-FFF2-40B4-BE49-F238E27FC236}">
                <a16:creationId xmlns:a16="http://schemas.microsoft.com/office/drawing/2014/main" id="{594B9ABC-F1C4-40BB-9783-A449A56E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path-label-1">
            <a:extLst xmlns:a="http://schemas.openxmlformats.org/drawingml/2006/main">
              <a:ext uri="{FF2B5EF4-FFF2-40B4-BE49-F238E27FC236}">
                <a16:creationId xmlns:a16="http://schemas.microsoft.com/office/drawing/2014/main" id="{6D23E434-DC87-4F54-B8E6-6C82ACEF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来源 / 快照</a:t>
            </a:r>
          </a:p>
        </p:txBody>
      </p:sp>
      <p:sp>
        <p:nvSpPr>
          <p:cNvPr id="19" name="path-sub-1">
            <a:extLst xmlns:a="http://schemas.openxmlformats.org/drawingml/2006/main">
              <a:ext uri="{FF2B5EF4-FFF2-40B4-BE49-F238E27FC236}">
                <a16:creationId xmlns:a16="http://schemas.microsoft.com/office/drawing/2014/main" id="{6B770FC6-00B8-4CAE-8889-ECCD4050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T001 / T002</a:t>
            </a:r>
          </a:p>
        </p:txBody>
      </p:sp>
      <p:sp>
        <p:nvSpPr>
          <p:cNvPr id="20" name="path-node-2">
            <a:extLst xmlns:a="http://schemas.openxmlformats.org/drawingml/2006/main">
              <a:ext uri="{FF2B5EF4-FFF2-40B4-BE49-F238E27FC236}">
                <a16:creationId xmlns:a16="http://schemas.microsoft.com/office/drawing/2014/main" id="{C28ADBD1-8FB7-4D5B-A47E-4E8287E1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24150"/>
            <a:ext cx="1562100" cy="14097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1" name="path-index-2">
            <a:extLst xmlns:a="http://schemas.openxmlformats.org/drawingml/2006/main">
              <a:ext uri="{FF2B5EF4-FFF2-40B4-BE49-F238E27FC236}">
                <a16:creationId xmlns:a16="http://schemas.microsoft.com/office/drawing/2014/main" id="{940607BD-C9B4-4727-B051-8A84CDD4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2" name="path-label-2">
            <a:extLst xmlns:a="http://schemas.openxmlformats.org/drawingml/2006/main">
              <a:ext uri="{FF2B5EF4-FFF2-40B4-BE49-F238E27FC236}">
                <a16:creationId xmlns:a16="http://schemas.microsoft.com/office/drawing/2014/main" id="{5135C944-FEA3-4E53-8C9A-50CD3261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数据资产</a:t>
            </a:r>
          </a:p>
        </p:txBody>
      </p:sp>
      <p:sp>
        <p:nvSpPr>
          <p:cNvPr id="23" name="path-sub-2">
            <a:extLst xmlns:a="http://schemas.openxmlformats.org/drawingml/2006/main">
              <a:ext uri="{FF2B5EF4-FFF2-40B4-BE49-F238E27FC236}">
                <a16:creationId xmlns:a16="http://schemas.microsoft.com/office/drawing/2014/main" id="{5F5F4DE0-1349-4C74-AF56-1EC05146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76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T007 / T008</a:t>
            </a:r>
          </a:p>
        </p:txBody>
      </p:sp>
      <p:sp>
        <p:nvSpPr>
          <p:cNvPr id="24" name="path-node-3">
            <a:extLst xmlns:a="http://schemas.openxmlformats.org/drawingml/2006/main">
              <a:ext uri="{FF2B5EF4-FFF2-40B4-BE49-F238E27FC236}">
                <a16:creationId xmlns:a16="http://schemas.microsoft.com/office/drawing/2014/main" id="{870F038A-0868-40E1-A406-85CF201C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562100" cy="14097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5" name="path-index-3">
            <a:extLst xmlns:a="http://schemas.openxmlformats.org/drawingml/2006/main">
              <a:ext uri="{FF2B5EF4-FFF2-40B4-BE49-F238E27FC236}">
                <a16:creationId xmlns:a16="http://schemas.microsoft.com/office/drawing/2014/main" id="{714076E9-6668-46F5-BA05-63C8BDBE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76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6" name="path-label-3">
            <a:extLst xmlns:a="http://schemas.openxmlformats.org/drawingml/2006/main">
              <a:ext uri="{FF2B5EF4-FFF2-40B4-BE49-F238E27FC236}">
                <a16:creationId xmlns:a16="http://schemas.microsoft.com/office/drawing/2014/main" id="{25C59964-DAD1-49E8-A80A-462CFE64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语义发布</a:t>
            </a:r>
          </a:p>
        </p:txBody>
      </p:sp>
      <p:sp>
        <p:nvSpPr>
          <p:cNvPr id="27" name="path-sub-3">
            <a:extLst xmlns:a="http://schemas.openxmlformats.org/drawingml/2006/main">
              <a:ext uri="{FF2B5EF4-FFF2-40B4-BE49-F238E27FC236}">
                <a16:creationId xmlns:a16="http://schemas.microsoft.com/office/drawing/2014/main" id="{03283313-3291-4A19-BCB1-B86DBFBE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76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C028 / C029</a:t>
            </a:r>
          </a:p>
        </p:txBody>
      </p:sp>
      <p:sp>
        <p:nvSpPr>
          <p:cNvPr id="28" name="path-node-4">
            <a:extLst xmlns:a="http://schemas.openxmlformats.org/drawingml/2006/main">
              <a:ext uri="{FF2B5EF4-FFF2-40B4-BE49-F238E27FC236}">
                <a16:creationId xmlns:a16="http://schemas.microsoft.com/office/drawing/2014/main" id="{383057AB-8D97-465F-BD45-53560D9B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1562100" cy="14097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29" name="path-index-4">
            <a:extLst xmlns:a="http://schemas.openxmlformats.org/drawingml/2006/main">
              <a:ext uri="{FF2B5EF4-FFF2-40B4-BE49-F238E27FC236}">
                <a16:creationId xmlns:a16="http://schemas.microsoft.com/office/drawing/2014/main" id="{7E44DC61-7894-4EB7-82E3-A7017E67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76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0" name="path-label-4">
            <a:extLst xmlns:a="http://schemas.openxmlformats.org/drawingml/2006/main">
              <a:ext uri="{FF2B5EF4-FFF2-40B4-BE49-F238E27FC236}">
                <a16:creationId xmlns:a16="http://schemas.microsoft.com/office/drawing/2014/main" id="{C41141FC-630C-4CA1-9DCD-B03AAB4F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权威绑定</a:t>
            </a:r>
          </a:p>
        </p:txBody>
      </p:sp>
      <p:sp>
        <p:nvSpPr>
          <p:cNvPr id="31" name="path-sub-4">
            <a:extLst xmlns:a="http://schemas.openxmlformats.org/drawingml/2006/main">
              <a:ext uri="{FF2B5EF4-FFF2-40B4-BE49-F238E27FC236}">
                <a16:creationId xmlns:a16="http://schemas.microsoft.com/office/drawing/2014/main" id="{F6129FDC-BA44-4C67-9821-00BF0DBE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T018 / T019</a:t>
            </a:r>
          </a:p>
        </p:txBody>
      </p:sp>
      <p:sp>
        <p:nvSpPr>
          <p:cNvPr id="32" name="path-node-5">
            <a:extLst xmlns:a="http://schemas.openxmlformats.org/drawingml/2006/main">
              <a:ext uri="{FF2B5EF4-FFF2-40B4-BE49-F238E27FC236}">
                <a16:creationId xmlns:a16="http://schemas.microsoft.com/office/drawing/2014/main" id="{F960C2B2-B00C-4F7A-B0D2-E0ACBD7C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1562100" cy="14097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3" name="path-index-5">
            <a:extLst xmlns:a="http://schemas.openxmlformats.org/drawingml/2006/main">
              <a:ext uri="{FF2B5EF4-FFF2-40B4-BE49-F238E27FC236}">
                <a16:creationId xmlns:a16="http://schemas.microsoft.com/office/drawing/2014/main" id="{A1330A11-A517-4169-9045-0183DA65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76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4" name="path-label-5">
            <a:extLst xmlns:a="http://schemas.openxmlformats.org/drawingml/2006/main">
              <a:ext uri="{FF2B5EF4-FFF2-40B4-BE49-F238E27FC236}">
                <a16:creationId xmlns:a16="http://schemas.microsoft.com/office/drawing/2014/main" id="{58783AB8-3AC3-41D8-8CD8-E60D3C75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问数 / 报告 / Agent</a:t>
            </a:r>
          </a:p>
        </p:txBody>
      </p:sp>
      <p:sp>
        <p:nvSpPr>
          <p:cNvPr id="35" name="path-sub-5">
            <a:extLst xmlns:a="http://schemas.openxmlformats.org/drawingml/2006/main">
              <a:ext uri="{FF2B5EF4-FFF2-40B4-BE49-F238E27FC236}">
                <a16:creationId xmlns:a16="http://schemas.microsoft.com/office/drawing/2014/main" id="{2717BE65-6A58-44A4-B9B9-43239D65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固定结果与证据</a:t>
            </a:r>
          </a:p>
        </p:txBody>
      </p:sp>
      <p:sp>
        <p:nvSpPr>
          <p:cNvPr id="36" name="path-node-6">
            <a:extLst xmlns:a="http://schemas.openxmlformats.org/drawingml/2006/main">
              <a:ext uri="{FF2B5EF4-FFF2-40B4-BE49-F238E27FC236}">
                <a16:creationId xmlns:a16="http://schemas.microsoft.com/office/drawing/2014/main" id="{2C8E2670-50C7-49BD-8C6F-F6D51C41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24150"/>
            <a:ext cx="1562100" cy="14097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7" name="path-index-6">
            <a:extLst xmlns:a="http://schemas.openxmlformats.org/drawingml/2006/main">
              <a:ext uri="{FF2B5EF4-FFF2-40B4-BE49-F238E27FC236}">
                <a16:creationId xmlns:a16="http://schemas.microsoft.com/office/drawing/2014/main" id="{220305AE-8CFC-41B5-A7E5-FAA8B09A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76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8" name="path-label-6">
            <a:extLst xmlns:a="http://schemas.openxmlformats.org/drawingml/2006/main">
              <a:ext uri="{FF2B5EF4-FFF2-40B4-BE49-F238E27FC236}">
                <a16:creationId xmlns:a16="http://schemas.microsoft.com/office/drawing/2014/main" id="{A56B6D56-2724-4C83-B771-EBC33482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决策与行动</a:t>
            </a:r>
          </a:p>
        </p:txBody>
      </p:sp>
      <p:sp>
        <p:nvSpPr>
          <p:cNvPr id="39" name="path-sub-6">
            <a:extLst xmlns:a="http://schemas.openxmlformats.org/drawingml/2006/main">
              <a:ext uri="{FF2B5EF4-FFF2-40B4-BE49-F238E27FC236}">
                <a16:creationId xmlns:a16="http://schemas.microsoft.com/office/drawing/2014/main" id="{CF1664AD-55B3-4AE2-A16E-6563B7AC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76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C011 → 人工确认</a:t>
            </a:r>
          </a:p>
        </p:txBody>
      </p:sp>
      <p:sp>
        <p:nvSpPr>
          <p:cNvPr id="40" name="path-gate-top">
            <a:extLst xmlns:a="http://schemas.openxmlformats.org/drawingml/2006/main">
              <a:ext uri="{FF2B5EF4-FFF2-40B4-BE49-F238E27FC236}">
                <a16:creationId xmlns:a16="http://schemas.microsoft.com/office/drawing/2014/main" id="{1B404F7D-E7CB-4C39-8FCD-AEC655F5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1529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AE"/>
            </a:solidFill>
            <a:prstDash val="dash"/>
          </a:ln>
        </p:spPr>
      </p:sp>
      <p:sp>
        <p:nvSpPr>
          <p:cNvPr id="41" name="path-gate-box">
            <a:extLst xmlns:a="http://schemas.openxmlformats.org/drawingml/2006/main">
              <a:ext uri="{FF2B5EF4-FFF2-40B4-BE49-F238E27FC236}">
                <a16:creationId xmlns:a16="http://schemas.microsoft.com/office/drawing/2014/main" id="{1E1F8C7B-40A0-4045-9A21-438A91E3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66675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42" name="path-gate-label">
            <a:extLst xmlns:a="http://schemas.openxmlformats.org/drawingml/2006/main">
              <a:ext uri="{FF2B5EF4-FFF2-40B4-BE49-F238E27FC236}">
                <a16:creationId xmlns:a16="http://schemas.microsoft.com/office/drawing/2014/main" id="{8D00C5E5-BE73-4BBA-90E5-D50D9317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719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权威门</a:t>
            </a:r>
          </a:p>
        </p:txBody>
      </p:sp>
      <p:sp>
        <p:nvSpPr>
          <p:cNvPr id="43" name="path-gate-bottom">
            <a:extLst xmlns:a="http://schemas.openxmlformats.org/drawingml/2006/main">
              <a:ext uri="{FF2B5EF4-FFF2-40B4-BE49-F238E27FC236}">
                <a16:creationId xmlns:a16="http://schemas.microsoft.com/office/drawing/2014/main" id="{76B75726-D2C0-432B-95A3-D87F6174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910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AE"/>
            </a:solidFill>
            <a:prstDash val="dash"/>
          </a:ln>
        </p:spPr>
      </p:sp>
      <p:sp>
        <p:nvSpPr>
          <p:cNvPr id="44" name="path-summary">
            <a:extLst xmlns:a="http://schemas.openxmlformats.org/drawingml/2006/main">
              <a:ext uri="{FF2B5EF4-FFF2-40B4-BE49-F238E27FC236}">
                <a16:creationId xmlns:a16="http://schemas.microsoft.com/office/drawing/2014/main" id="{038E7BCF-71B8-4511-9765-72242C78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96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消费者不自行选择“最新文件”或重算指标；正式消费依据 T019 指向的精确兼容组合。</a:t>
            </a:r>
          </a:p>
        </p:txBody>
      </p:sp>
      <p:sp>
        <p:nvSpPr>
          <p:cNvPr id="45" name="footer-note-14">
            <a:extLst xmlns:a="http://schemas.openxmlformats.org/drawingml/2006/main">
              <a:ext uri="{FF2B5EF4-FFF2-40B4-BE49-F238E27FC236}">
                <a16:creationId xmlns:a16="http://schemas.microsoft.com/office/drawing/2014/main" id="{E6BFF8B9-F353-45E4-8EAE-0A016650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权威路径：数据版本 → 语义版本 → 固定结果与证据 → 人工确认后的行动</a:t>
            </a:r>
          </a:p>
        </p:txBody>
      </p:sp>
      <p:sp>
        <p:nvSpPr>
          <p:cNvPr id="46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BF24D155-7119-48DE-922E-B46D9EB7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c2043e8644b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f8d9ae2204c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5">
            <a:extLst xmlns:a="http://schemas.openxmlformats.org/drawingml/2006/main">
              <a:ext uri="{FF2B5EF4-FFF2-40B4-BE49-F238E27FC236}">
                <a16:creationId xmlns:a16="http://schemas.microsoft.com/office/drawing/2014/main" id="{7CD22D55-AECE-4187-A9B1-F2F0B9EF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数据工程</a:t>
            </a:r>
          </a:p>
        </p:txBody>
      </p:sp>
      <p:sp>
        <p:nvSpPr>
          <p:cNvPr id="4" name="title-15">
            <a:extLst xmlns:a="http://schemas.openxmlformats.org/drawingml/2006/main">
              <a:ext uri="{FF2B5EF4-FFF2-40B4-BE49-F238E27FC236}">
                <a16:creationId xmlns:a16="http://schemas.microsoft.com/office/drawing/2014/main" id="{B53B486A-DE5C-4149-8CF9-81DA5FA5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数据工程把变化的来源变成可发布的数据资产版本</a:t>
            </a:r>
          </a:p>
        </p:txBody>
      </p:sp>
      <p:sp>
        <p:nvSpPr>
          <p:cNvPr id="5" name="title-rule-15">
            <a:extLst xmlns:a="http://schemas.openxmlformats.org/drawingml/2006/main">
              <a:ext uri="{FF2B5EF4-FFF2-40B4-BE49-F238E27FC236}">
                <a16:creationId xmlns:a16="http://schemas.microsoft.com/office/drawing/2014/main" id="{1B9C3AF3-5BEF-4D44-86A4-273E3DE8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module-edge-1">
            <a:extLst xmlns:a="http://schemas.openxmlformats.org/drawingml/2006/main">
              <a:ext uri="{FF2B5EF4-FFF2-40B4-BE49-F238E27FC236}">
                <a16:creationId xmlns:a16="http://schemas.microsoft.com/office/drawing/2014/main" id="{AAC2324C-3E22-46E5-9EF9-CAC2051F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7" name="module-edge-1-arrowhead">
            <a:extLst xmlns:a="http://schemas.openxmlformats.org/drawingml/2006/main">
              <a:ext uri="{FF2B5EF4-FFF2-40B4-BE49-F238E27FC236}">
                <a16:creationId xmlns:a16="http://schemas.microsoft.com/office/drawing/2014/main" id="{4BEF7D9B-946B-48AB-8555-25530A84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717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8" name="module-edge-2">
            <a:extLst xmlns:a="http://schemas.openxmlformats.org/drawingml/2006/main">
              <a:ext uri="{FF2B5EF4-FFF2-40B4-BE49-F238E27FC236}">
                <a16:creationId xmlns:a16="http://schemas.microsoft.com/office/drawing/2014/main" id="{D7F250B4-A072-4BAA-BDBF-9A17D74B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9" name="module-edge-2-arrowhead">
            <a:extLst xmlns:a="http://schemas.openxmlformats.org/drawingml/2006/main">
              <a:ext uri="{FF2B5EF4-FFF2-40B4-BE49-F238E27FC236}">
                <a16:creationId xmlns:a16="http://schemas.microsoft.com/office/drawing/2014/main" id="{98725140-3BFA-406A-9DF6-84C571D6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95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0" name="module-edge-3">
            <a:extLst xmlns:a="http://schemas.openxmlformats.org/drawingml/2006/main">
              <a:ext uri="{FF2B5EF4-FFF2-40B4-BE49-F238E27FC236}">
                <a16:creationId xmlns:a16="http://schemas.microsoft.com/office/drawing/2014/main" id="{FF5045D2-9C57-4B26-AAED-9FF41CCE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1" name="module-edge-3-arrowhead">
            <a:extLst xmlns:a="http://schemas.openxmlformats.org/drawingml/2006/main">
              <a:ext uri="{FF2B5EF4-FFF2-40B4-BE49-F238E27FC236}">
                <a16:creationId xmlns:a16="http://schemas.microsoft.com/office/drawing/2014/main" id="{D23078DA-1BF7-4B73-953A-F5B87780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2" name="module-edge-4">
            <a:extLst xmlns:a="http://schemas.openxmlformats.org/drawingml/2006/main">
              <a:ext uri="{FF2B5EF4-FFF2-40B4-BE49-F238E27FC236}">
                <a16:creationId xmlns:a16="http://schemas.microsoft.com/office/drawing/2014/main" id="{3C3FD8E1-A41A-4F52-8389-1B3DFC5E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3" name="module-edge-4-arrowhead">
            <a:extLst xmlns:a="http://schemas.openxmlformats.org/drawingml/2006/main">
              <a:ext uri="{FF2B5EF4-FFF2-40B4-BE49-F238E27FC236}">
                <a16:creationId xmlns:a16="http://schemas.microsoft.com/office/drawing/2014/main" id="{3FFC6E1B-F9CD-48FF-8EE4-633DF297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4" name="module-edge-5">
            <a:extLst xmlns:a="http://schemas.openxmlformats.org/drawingml/2006/main">
              <a:ext uri="{FF2B5EF4-FFF2-40B4-BE49-F238E27FC236}">
                <a16:creationId xmlns:a16="http://schemas.microsoft.com/office/drawing/2014/main" id="{3E35FE27-64DC-4C17-A77A-615C64C4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5" name="module-edge-5-arrowhead">
            <a:extLst xmlns:a="http://schemas.openxmlformats.org/drawingml/2006/main">
              <a:ext uri="{FF2B5EF4-FFF2-40B4-BE49-F238E27FC236}">
                <a16:creationId xmlns:a16="http://schemas.microsoft.com/office/drawing/2014/main" id="{8EAB4CA8-0221-4464-9F2F-45DB9B2C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6" name="module-step-1">
            <a:extLst xmlns:a="http://schemas.openxmlformats.org/drawingml/2006/main">
              <a:ext uri="{FF2B5EF4-FFF2-40B4-BE49-F238E27FC236}">
                <a16:creationId xmlns:a16="http://schemas.microsoft.com/office/drawing/2014/main" id="{A44B33C2-4DF7-4D92-AB5A-1758EFF3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7" name="module-index-1">
            <a:extLst xmlns:a="http://schemas.openxmlformats.org/drawingml/2006/main">
              <a:ext uri="{FF2B5EF4-FFF2-40B4-BE49-F238E27FC236}">
                <a16:creationId xmlns:a16="http://schemas.microsoft.com/office/drawing/2014/main" id="{9FB9FC30-3DBA-4EE9-AE6B-F0A8B1A7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C2293DCF-4FFC-4835-ABF5-0AE3E1D5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来源登记</a:t>
            </a:r>
          </a:p>
        </p:txBody>
      </p:sp>
      <p:sp>
        <p:nvSpPr>
          <p:cNvPr id="19" name="module-step-2">
            <a:extLst xmlns:a="http://schemas.openxmlformats.org/drawingml/2006/main">
              <a:ext uri="{FF2B5EF4-FFF2-40B4-BE49-F238E27FC236}">
                <a16:creationId xmlns:a16="http://schemas.microsoft.com/office/drawing/2014/main" id="{D4DCAE42-7278-4714-A2FA-2BAB4060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0" name="module-index-2">
            <a:extLst xmlns:a="http://schemas.openxmlformats.org/drawingml/2006/main">
              <a:ext uri="{FF2B5EF4-FFF2-40B4-BE49-F238E27FC236}">
                <a16:creationId xmlns:a16="http://schemas.microsoft.com/office/drawing/2014/main" id="{D2BC5140-47D0-4CB3-BD4A-942375C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E181B9AC-D2B4-482B-9357-3AAE8991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原始快照</a:t>
            </a:r>
          </a:p>
        </p:txBody>
      </p:sp>
      <p:sp>
        <p:nvSpPr>
          <p:cNvPr id="22" name="module-step-3">
            <a:extLst xmlns:a="http://schemas.openxmlformats.org/drawingml/2006/main">
              <a:ext uri="{FF2B5EF4-FFF2-40B4-BE49-F238E27FC236}">
                <a16:creationId xmlns:a16="http://schemas.microsoft.com/office/drawing/2014/main" id="{94DDD4BC-2B4C-410E-9E57-670081B6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3" name="module-index-3">
            <a:extLst xmlns:a="http://schemas.openxmlformats.org/drawingml/2006/main">
              <a:ext uri="{FF2B5EF4-FFF2-40B4-BE49-F238E27FC236}">
                <a16:creationId xmlns:a16="http://schemas.microsoft.com/office/drawing/2014/main" id="{72405D5C-1128-45FC-A688-95C0D3F1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E33B0289-3D4F-470A-BE17-00EC9414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受控处理</a:t>
            </a:r>
          </a:p>
        </p:txBody>
      </p:sp>
      <p:sp>
        <p:nvSpPr>
          <p:cNvPr id="25" name="module-step-4">
            <a:extLst xmlns:a="http://schemas.openxmlformats.org/drawingml/2006/main">
              <a:ext uri="{FF2B5EF4-FFF2-40B4-BE49-F238E27FC236}">
                <a16:creationId xmlns:a16="http://schemas.microsoft.com/office/drawing/2014/main" id="{A4AAEFA8-7613-4C4D-A1B2-68053D09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6" name="module-index-4">
            <a:extLst xmlns:a="http://schemas.openxmlformats.org/drawingml/2006/main">
              <a:ext uri="{FF2B5EF4-FFF2-40B4-BE49-F238E27FC236}">
                <a16:creationId xmlns:a16="http://schemas.microsoft.com/office/drawing/2014/main" id="{F14E5FA8-8CA8-47C5-B6EC-C46F16B3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DEB831A2-C68C-4DFA-A11A-E3775E41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质量门</a:t>
            </a:r>
          </a:p>
        </p:txBody>
      </p:sp>
      <p:sp>
        <p:nvSpPr>
          <p:cNvPr id="28" name="module-step-5">
            <a:extLst xmlns:a="http://schemas.openxmlformats.org/drawingml/2006/main">
              <a:ext uri="{FF2B5EF4-FFF2-40B4-BE49-F238E27FC236}">
                <a16:creationId xmlns:a16="http://schemas.microsoft.com/office/drawing/2014/main" id="{CCB59C05-06AE-4E79-AC1D-8AA586D1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29" name="module-index-5">
            <a:extLst xmlns:a="http://schemas.openxmlformats.org/drawingml/2006/main">
              <a:ext uri="{FF2B5EF4-FFF2-40B4-BE49-F238E27FC236}">
                <a16:creationId xmlns:a16="http://schemas.microsoft.com/office/drawing/2014/main" id="{8222F161-2C37-48B6-A842-1FCBB8CF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0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1879847A-F56F-409F-9138-35E99E8D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T007 数据资产</a:t>
            </a:r>
          </a:p>
        </p:txBody>
      </p:sp>
      <p:sp>
        <p:nvSpPr>
          <p:cNvPr id="31" name="module-step-6">
            <a:extLst xmlns:a="http://schemas.openxmlformats.org/drawingml/2006/main">
              <a:ext uri="{FF2B5EF4-FFF2-40B4-BE49-F238E27FC236}">
                <a16:creationId xmlns:a16="http://schemas.microsoft.com/office/drawing/2014/main" id="{07F29EEA-DEA8-4D4F-8A9D-893CADA0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2" name="module-index-6">
            <a:extLst xmlns:a="http://schemas.openxmlformats.org/drawingml/2006/main">
              <a:ext uri="{FF2B5EF4-FFF2-40B4-BE49-F238E27FC236}">
                <a16:creationId xmlns:a16="http://schemas.microsoft.com/office/drawing/2014/main" id="{F2363534-B0C3-47A0-A859-5A31F1E8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module-label-6">
            <a:extLst xmlns:a="http://schemas.openxmlformats.org/drawingml/2006/main">
              <a:ext uri="{FF2B5EF4-FFF2-40B4-BE49-F238E27FC236}">
                <a16:creationId xmlns:a16="http://schemas.microsoft.com/office/drawing/2014/main" id="{C7FD0772-2166-49B7-8562-31D02940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刷新请求</a:t>
            </a:r>
          </a:p>
        </p:txBody>
      </p:sp>
      <p:sp>
        <p:nvSpPr>
          <p:cNvPr id="34" name="module-boundary">
            <a:extLst xmlns:a="http://schemas.openxmlformats.org/drawingml/2006/main">
              <a:ext uri="{FF2B5EF4-FFF2-40B4-BE49-F238E27FC236}">
                <a16:creationId xmlns:a16="http://schemas.microsoft.com/office/drawing/2014/main" id="{72B0D111-3B27-44C9-812D-E81807FC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5" name="module-boundary-bar">
            <a:extLst xmlns:a="http://schemas.openxmlformats.org/drawingml/2006/main">
              <a:ext uri="{FF2B5EF4-FFF2-40B4-BE49-F238E27FC236}">
                <a16:creationId xmlns:a16="http://schemas.microsoft.com/office/drawing/2014/main" id="{CE68FACD-C595-4771-87E4-687B55D1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AE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36" name="module-note">
            <a:extLst xmlns:a="http://schemas.openxmlformats.org/drawingml/2006/main">
              <a:ext uri="{FF2B5EF4-FFF2-40B4-BE49-F238E27FC236}">
                <a16:creationId xmlns:a16="http://schemas.microsoft.com/office/drawing/2014/main" id="{3914D54A-1848-4111-A0A7-17B4A978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负责来源、处理、质量、时点与数据资产版本；不定义业务指标。</a:t>
            </a:r>
          </a:p>
        </p:txBody>
      </p:sp>
      <p:sp>
        <p:nvSpPr>
          <p:cNvPr id="37" name="footer-note-15">
            <a:extLst xmlns:a="http://schemas.openxmlformats.org/drawingml/2006/main">
              <a:ext uri="{FF2B5EF4-FFF2-40B4-BE49-F238E27FC236}">
                <a16:creationId xmlns:a16="http://schemas.microsoft.com/office/drawing/2014/main" id="{EAB09FAF-4C71-4A13-A410-8EDCF503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数据工程｜模块拥有自己的资源与状态边界</a:t>
            </a:r>
          </a:p>
        </p:txBody>
      </p:sp>
      <p:sp>
        <p:nvSpPr>
          <p:cNvPr id="38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9F861496-B639-4BB4-8B6A-5161689D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7aec3ee734f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089ea34a448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6">
            <a:extLst xmlns:a="http://schemas.openxmlformats.org/drawingml/2006/main">
              <a:ext uri="{FF2B5EF4-FFF2-40B4-BE49-F238E27FC236}">
                <a16:creationId xmlns:a16="http://schemas.microsoft.com/office/drawing/2014/main" id="{2A111BB6-2134-4657-ACCD-6FBA5AE0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本体管理</a:t>
            </a:r>
          </a:p>
        </p:txBody>
      </p:sp>
      <p:sp>
        <p:nvSpPr>
          <p:cNvPr id="4" name="title-16">
            <a:extLst xmlns:a="http://schemas.openxmlformats.org/drawingml/2006/main">
              <a:ext uri="{FF2B5EF4-FFF2-40B4-BE49-F238E27FC236}">
                <a16:creationId xmlns:a16="http://schemas.microsoft.com/office/drawing/2014/main" id="{5D7777CF-CEBB-41EB-8991-949BADA6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本体管理发布对象、关系、指标、规则和行动定义</a:t>
            </a:r>
          </a:p>
        </p:txBody>
      </p:sp>
      <p:sp>
        <p:nvSpPr>
          <p:cNvPr id="5" name="title-rule-16">
            <a:extLst xmlns:a="http://schemas.openxmlformats.org/drawingml/2006/main">
              <a:ext uri="{FF2B5EF4-FFF2-40B4-BE49-F238E27FC236}">
                <a16:creationId xmlns:a16="http://schemas.microsoft.com/office/drawing/2014/main" id="{AF1E5727-B809-412E-A8BF-9FC89A62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module-edge-1">
            <a:extLst xmlns:a="http://schemas.openxmlformats.org/drawingml/2006/main">
              <a:ext uri="{FF2B5EF4-FFF2-40B4-BE49-F238E27FC236}">
                <a16:creationId xmlns:a16="http://schemas.microsoft.com/office/drawing/2014/main" id="{D180C571-2543-4FCE-BD88-3AF5EFEB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7" name="module-edge-1-arrowhead">
            <a:extLst xmlns:a="http://schemas.openxmlformats.org/drawingml/2006/main">
              <a:ext uri="{FF2B5EF4-FFF2-40B4-BE49-F238E27FC236}">
                <a16:creationId xmlns:a16="http://schemas.microsoft.com/office/drawing/2014/main" id="{15419D02-96F2-4650-A8DB-734F9A01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717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8" name="module-edge-2">
            <a:extLst xmlns:a="http://schemas.openxmlformats.org/drawingml/2006/main">
              <a:ext uri="{FF2B5EF4-FFF2-40B4-BE49-F238E27FC236}">
                <a16:creationId xmlns:a16="http://schemas.microsoft.com/office/drawing/2014/main" id="{A94BB0ED-83BA-443D-A93C-948C9607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9" name="module-edge-2-arrowhead">
            <a:extLst xmlns:a="http://schemas.openxmlformats.org/drawingml/2006/main">
              <a:ext uri="{FF2B5EF4-FFF2-40B4-BE49-F238E27FC236}">
                <a16:creationId xmlns:a16="http://schemas.microsoft.com/office/drawing/2014/main" id="{0B2FA6DD-0546-454E-872A-4155D8FA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95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0" name="module-edge-3">
            <a:extLst xmlns:a="http://schemas.openxmlformats.org/drawingml/2006/main">
              <a:ext uri="{FF2B5EF4-FFF2-40B4-BE49-F238E27FC236}">
                <a16:creationId xmlns:a16="http://schemas.microsoft.com/office/drawing/2014/main" id="{E3299FFE-BB74-4573-B5BF-22C86C43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1" name="module-edge-3-arrowhead">
            <a:extLst xmlns:a="http://schemas.openxmlformats.org/drawingml/2006/main">
              <a:ext uri="{FF2B5EF4-FFF2-40B4-BE49-F238E27FC236}">
                <a16:creationId xmlns:a16="http://schemas.microsoft.com/office/drawing/2014/main" id="{A2335230-3CEC-41A7-B33E-0223F484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2" name="module-edge-4">
            <a:extLst xmlns:a="http://schemas.openxmlformats.org/drawingml/2006/main">
              <a:ext uri="{FF2B5EF4-FFF2-40B4-BE49-F238E27FC236}">
                <a16:creationId xmlns:a16="http://schemas.microsoft.com/office/drawing/2014/main" id="{9D893B1A-B7A5-427B-BFAD-9894C406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3" name="module-edge-4-arrowhead">
            <a:extLst xmlns:a="http://schemas.openxmlformats.org/drawingml/2006/main">
              <a:ext uri="{FF2B5EF4-FFF2-40B4-BE49-F238E27FC236}">
                <a16:creationId xmlns:a16="http://schemas.microsoft.com/office/drawing/2014/main" id="{870406E8-062F-494E-B151-172BE309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4" name="module-edge-5">
            <a:extLst xmlns:a="http://schemas.openxmlformats.org/drawingml/2006/main">
              <a:ext uri="{FF2B5EF4-FFF2-40B4-BE49-F238E27FC236}">
                <a16:creationId xmlns:a16="http://schemas.microsoft.com/office/drawing/2014/main" id="{BD8C0384-0DBD-444C-B1F5-CADF1D1D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5" name="module-edge-5-arrowhead">
            <a:extLst xmlns:a="http://schemas.openxmlformats.org/drawingml/2006/main">
              <a:ext uri="{FF2B5EF4-FFF2-40B4-BE49-F238E27FC236}">
                <a16:creationId xmlns:a16="http://schemas.microsoft.com/office/drawing/2014/main" id="{E8218237-AEC2-4D51-99A4-87404F33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6" name="module-step-1">
            <a:extLst xmlns:a="http://schemas.openxmlformats.org/drawingml/2006/main">
              <a:ext uri="{FF2B5EF4-FFF2-40B4-BE49-F238E27FC236}">
                <a16:creationId xmlns:a16="http://schemas.microsoft.com/office/drawing/2014/main" id="{BC488F57-5F1C-4D28-B0E8-8E94DC65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7" name="module-index-1">
            <a:extLst xmlns:a="http://schemas.openxmlformats.org/drawingml/2006/main">
              <a:ext uri="{FF2B5EF4-FFF2-40B4-BE49-F238E27FC236}">
                <a16:creationId xmlns:a16="http://schemas.microsoft.com/office/drawing/2014/main" id="{5C192E5A-6CBE-4448-8943-E00626B0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A6344B30-41A5-42DA-B015-DA69D34F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业务问题</a:t>
            </a:r>
          </a:p>
        </p:txBody>
      </p:sp>
      <p:sp>
        <p:nvSpPr>
          <p:cNvPr id="19" name="module-step-2">
            <a:extLst xmlns:a="http://schemas.openxmlformats.org/drawingml/2006/main">
              <a:ext uri="{FF2B5EF4-FFF2-40B4-BE49-F238E27FC236}">
                <a16:creationId xmlns:a16="http://schemas.microsoft.com/office/drawing/2014/main" id="{C3BADE7A-F28D-42BD-B312-4374E439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0" name="module-index-2">
            <a:extLst xmlns:a="http://schemas.openxmlformats.org/drawingml/2006/main">
              <a:ext uri="{FF2B5EF4-FFF2-40B4-BE49-F238E27FC236}">
                <a16:creationId xmlns:a16="http://schemas.microsoft.com/office/drawing/2014/main" id="{D1ACCFA7-5C65-4760-8AF7-FED2EF07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1146767B-2C48-4707-8C81-30DF765A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对象与关系</a:t>
            </a:r>
          </a:p>
        </p:txBody>
      </p:sp>
      <p:sp>
        <p:nvSpPr>
          <p:cNvPr id="22" name="module-step-3">
            <a:extLst xmlns:a="http://schemas.openxmlformats.org/drawingml/2006/main">
              <a:ext uri="{FF2B5EF4-FFF2-40B4-BE49-F238E27FC236}">
                <a16:creationId xmlns:a16="http://schemas.microsoft.com/office/drawing/2014/main" id="{EE10A569-A2CB-4B69-A41E-FD57F44D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3" name="module-index-3">
            <a:extLst xmlns:a="http://schemas.openxmlformats.org/drawingml/2006/main">
              <a:ext uri="{FF2B5EF4-FFF2-40B4-BE49-F238E27FC236}">
                <a16:creationId xmlns:a16="http://schemas.microsoft.com/office/drawing/2014/main" id="{7B265558-A53E-48B4-9ED5-2AEA4F0C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DCC954C3-6074-4BE2-BA94-DE1622C1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Metric / Rule</a:t>
            </a:r>
          </a:p>
        </p:txBody>
      </p:sp>
      <p:sp>
        <p:nvSpPr>
          <p:cNvPr id="25" name="module-step-4">
            <a:extLst xmlns:a="http://schemas.openxmlformats.org/drawingml/2006/main">
              <a:ext uri="{FF2B5EF4-FFF2-40B4-BE49-F238E27FC236}">
                <a16:creationId xmlns:a16="http://schemas.microsoft.com/office/drawing/2014/main" id="{33F30C18-9119-46CD-84B6-7093B1C4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6" name="module-index-4">
            <a:extLst xmlns:a="http://schemas.openxmlformats.org/drawingml/2006/main">
              <a:ext uri="{FF2B5EF4-FFF2-40B4-BE49-F238E27FC236}">
                <a16:creationId xmlns:a16="http://schemas.microsoft.com/office/drawing/2014/main" id="{2C55461E-F147-4ED1-A41F-E474435D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B9C081D5-73E1-4CBF-914D-A3A2D69A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Action Type</a:t>
            </a:r>
          </a:p>
        </p:txBody>
      </p:sp>
      <p:sp>
        <p:nvSpPr>
          <p:cNvPr id="28" name="module-step-5">
            <a:extLst xmlns:a="http://schemas.openxmlformats.org/drawingml/2006/main">
              <a:ext uri="{FF2B5EF4-FFF2-40B4-BE49-F238E27FC236}">
                <a16:creationId xmlns:a16="http://schemas.microsoft.com/office/drawing/2014/main" id="{0BB2AA25-700C-48BA-B309-8421C416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29" name="module-index-5">
            <a:extLst xmlns:a="http://schemas.openxmlformats.org/drawingml/2006/main">
              <a:ext uri="{FF2B5EF4-FFF2-40B4-BE49-F238E27FC236}">
                <a16:creationId xmlns:a16="http://schemas.microsoft.com/office/drawing/2014/main" id="{F2869867-CA0C-40F3-B6CD-2D2A50FA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0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6EA768EB-CF98-43AA-BF75-6799FA08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映射与校验</a:t>
            </a:r>
          </a:p>
        </p:txBody>
      </p:sp>
      <p:sp>
        <p:nvSpPr>
          <p:cNvPr id="31" name="module-step-6">
            <a:extLst xmlns:a="http://schemas.openxmlformats.org/drawingml/2006/main">
              <a:ext uri="{FF2B5EF4-FFF2-40B4-BE49-F238E27FC236}">
                <a16:creationId xmlns:a16="http://schemas.microsoft.com/office/drawing/2014/main" id="{A3AB0633-4C54-40FA-8680-933A6D90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2" name="module-index-6">
            <a:extLst xmlns:a="http://schemas.openxmlformats.org/drawingml/2006/main">
              <a:ext uri="{FF2B5EF4-FFF2-40B4-BE49-F238E27FC236}">
                <a16:creationId xmlns:a16="http://schemas.microsoft.com/office/drawing/2014/main" id="{CFE98EA0-6460-43EA-BC99-F9463559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module-label-6">
            <a:extLst xmlns:a="http://schemas.openxmlformats.org/drawingml/2006/main">
              <a:ext uri="{FF2B5EF4-FFF2-40B4-BE49-F238E27FC236}">
                <a16:creationId xmlns:a16="http://schemas.microsoft.com/office/drawing/2014/main" id="{E2B657BA-7209-499A-B882-56470881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Published / T019</a:t>
            </a:r>
          </a:p>
        </p:txBody>
      </p:sp>
      <p:sp>
        <p:nvSpPr>
          <p:cNvPr id="34" name="module-boundary">
            <a:extLst xmlns:a="http://schemas.openxmlformats.org/drawingml/2006/main">
              <a:ext uri="{FF2B5EF4-FFF2-40B4-BE49-F238E27FC236}">
                <a16:creationId xmlns:a16="http://schemas.microsoft.com/office/drawing/2014/main" id="{A0F5873C-2744-4401-8ABA-3D26AD31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5" name="module-boundary-bar">
            <a:extLst xmlns:a="http://schemas.openxmlformats.org/drawingml/2006/main">
              <a:ext uri="{FF2B5EF4-FFF2-40B4-BE49-F238E27FC236}">
                <a16:creationId xmlns:a16="http://schemas.microsoft.com/office/drawing/2014/main" id="{A0EFBF7C-2266-44F8-9A45-19B0CC94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AE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36" name="module-note">
            <a:extLst xmlns:a="http://schemas.openxmlformats.org/drawingml/2006/main">
              <a:ext uri="{FF2B5EF4-FFF2-40B4-BE49-F238E27FC236}">
                <a16:creationId xmlns:a16="http://schemas.microsoft.com/office/drawing/2014/main" id="{DA9B3FB3-ACDD-4A76-BEA4-4283CED5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把共同语言、计算口径、规则和可请求行动发布为受控语义资源。</a:t>
            </a:r>
          </a:p>
        </p:txBody>
      </p:sp>
      <p:sp>
        <p:nvSpPr>
          <p:cNvPr id="37" name="footer-note-16">
            <a:extLst xmlns:a="http://schemas.openxmlformats.org/drawingml/2006/main">
              <a:ext uri="{FF2B5EF4-FFF2-40B4-BE49-F238E27FC236}">
                <a16:creationId xmlns:a16="http://schemas.microsoft.com/office/drawing/2014/main" id="{33C3A7FB-B0E1-4D89-8E1E-73AD78B6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本体管理｜模块拥有自己的资源与状态边界</a:t>
            </a:r>
          </a:p>
        </p:txBody>
      </p:sp>
      <p:sp>
        <p:nvSpPr>
          <p:cNvPr id="38" name="footer-page-16">
            <a:extLst xmlns:a="http://schemas.openxmlformats.org/drawingml/2006/main">
              <a:ext uri="{FF2B5EF4-FFF2-40B4-BE49-F238E27FC236}">
                <a16:creationId xmlns:a16="http://schemas.microsoft.com/office/drawing/2014/main" id="{34D9D4CC-F180-4218-8F26-667F1305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59970ceb44a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1747dc77541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7">
            <a:extLst xmlns:a="http://schemas.openxmlformats.org/drawingml/2006/main">
              <a:ext uri="{FF2B5EF4-FFF2-40B4-BE49-F238E27FC236}">
                <a16:creationId xmlns:a16="http://schemas.microsoft.com/office/drawing/2014/main" id="{D0E1D572-BD5E-42CF-A143-2C27CE1C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智能问数</a:t>
            </a:r>
          </a:p>
        </p:txBody>
      </p:sp>
      <p:sp>
        <p:nvSpPr>
          <p:cNvPr id="4" name="title-17">
            <a:extLst xmlns:a="http://schemas.openxmlformats.org/drawingml/2006/main">
              <a:ext uri="{FF2B5EF4-FFF2-40B4-BE49-F238E27FC236}">
                <a16:creationId xmlns:a16="http://schemas.microsoft.com/office/drawing/2014/main" id="{7AE7633A-FECD-4225-93CD-3C569B8D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智能问数先固定上下文和结果，再由 LLM 解释</a:t>
            </a:r>
          </a:p>
        </p:txBody>
      </p:sp>
      <p:sp>
        <p:nvSpPr>
          <p:cNvPr id="5" name="title-rule-17">
            <a:extLst xmlns:a="http://schemas.openxmlformats.org/drawingml/2006/main">
              <a:ext uri="{FF2B5EF4-FFF2-40B4-BE49-F238E27FC236}">
                <a16:creationId xmlns:a16="http://schemas.microsoft.com/office/drawing/2014/main" id="{DA3E812E-F59B-4447-842E-344EF0F9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module-edge-1">
            <a:extLst xmlns:a="http://schemas.openxmlformats.org/drawingml/2006/main">
              <a:ext uri="{FF2B5EF4-FFF2-40B4-BE49-F238E27FC236}">
                <a16:creationId xmlns:a16="http://schemas.microsoft.com/office/drawing/2014/main" id="{3655179B-32F9-493C-89AE-F6A95343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7" name="module-edge-1-arrowhead">
            <a:extLst xmlns:a="http://schemas.openxmlformats.org/drawingml/2006/main">
              <a:ext uri="{FF2B5EF4-FFF2-40B4-BE49-F238E27FC236}">
                <a16:creationId xmlns:a16="http://schemas.microsoft.com/office/drawing/2014/main" id="{F859EE2C-7437-43FC-AD64-8487B716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717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8" name="module-edge-2">
            <a:extLst xmlns:a="http://schemas.openxmlformats.org/drawingml/2006/main">
              <a:ext uri="{FF2B5EF4-FFF2-40B4-BE49-F238E27FC236}">
                <a16:creationId xmlns:a16="http://schemas.microsoft.com/office/drawing/2014/main" id="{A27D93A3-968E-4A38-8678-6DFD2540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9" name="module-edge-2-arrowhead">
            <a:extLst xmlns:a="http://schemas.openxmlformats.org/drawingml/2006/main">
              <a:ext uri="{FF2B5EF4-FFF2-40B4-BE49-F238E27FC236}">
                <a16:creationId xmlns:a16="http://schemas.microsoft.com/office/drawing/2014/main" id="{8E5AD8A8-C94E-4AE0-8607-24ADC5B5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95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0" name="module-edge-3">
            <a:extLst xmlns:a="http://schemas.openxmlformats.org/drawingml/2006/main">
              <a:ext uri="{FF2B5EF4-FFF2-40B4-BE49-F238E27FC236}">
                <a16:creationId xmlns:a16="http://schemas.microsoft.com/office/drawing/2014/main" id="{1C2031F4-F90F-4E19-BD5E-A2A1B7A2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1" name="module-edge-3-arrowhead">
            <a:extLst xmlns:a="http://schemas.openxmlformats.org/drawingml/2006/main">
              <a:ext uri="{FF2B5EF4-FFF2-40B4-BE49-F238E27FC236}">
                <a16:creationId xmlns:a16="http://schemas.microsoft.com/office/drawing/2014/main" id="{F7D5E27C-D764-4AA1-AEEF-E2C791D9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2" name="module-edge-4">
            <a:extLst xmlns:a="http://schemas.openxmlformats.org/drawingml/2006/main">
              <a:ext uri="{FF2B5EF4-FFF2-40B4-BE49-F238E27FC236}">
                <a16:creationId xmlns:a16="http://schemas.microsoft.com/office/drawing/2014/main" id="{352DCE06-1E83-41E9-9499-BE2BC842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3" name="module-edge-4-arrowhead">
            <a:extLst xmlns:a="http://schemas.openxmlformats.org/drawingml/2006/main">
              <a:ext uri="{FF2B5EF4-FFF2-40B4-BE49-F238E27FC236}">
                <a16:creationId xmlns:a16="http://schemas.microsoft.com/office/drawing/2014/main" id="{DE5DD9D5-E3BE-40D0-9E1E-1FF47546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4" name="module-edge-5">
            <a:extLst xmlns:a="http://schemas.openxmlformats.org/drawingml/2006/main">
              <a:ext uri="{FF2B5EF4-FFF2-40B4-BE49-F238E27FC236}">
                <a16:creationId xmlns:a16="http://schemas.microsoft.com/office/drawing/2014/main" id="{FC33D086-257B-45C6-B2D4-A0359162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5" name="module-edge-5-arrowhead">
            <a:extLst xmlns:a="http://schemas.openxmlformats.org/drawingml/2006/main">
              <a:ext uri="{FF2B5EF4-FFF2-40B4-BE49-F238E27FC236}">
                <a16:creationId xmlns:a16="http://schemas.microsoft.com/office/drawing/2014/main" id="{C50AC2F5-647A-4536-A948-3A36B7D0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6" name="module-step-1">
            <a:extLst xmlns:a="http://schemas.openxmlformats.org/drawingml/2006/main">
              <a:ext uri="{FF2B5EF4-FFF2-40B4-BE49-F238E27FC236}">
                <a16:creationId xmlns:a16="http://schemas.microsoft.com/office/drawing/2014/main" id="{C4AD11EE-21E4-4E1E-B55D-F65A1D91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7" name="module-index-1">
            <a:extLst xmlns:a="http://schemas.openxmlformats.org/drawingml/2006/main">
              <a:ext uri="{FF2B5EF4-FFF2-40B4-BE49-F238E27FC236}">
                <a16:creationId xmlns:a16="http://schemas.microsoft.com/office/drawing/2014/main" id="{08492940-62B0-4E8E-B757-C52C06C7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428F9A6D-2831-4CBD-9DAE-93DDA923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用户问题</a:t>
            </a:r>
          </a:p>
        </p:txBody>
      </p:sp>
      <p:sp>
        <p:nvSpPr>
          <p:cNvPr id="19" name="module-step-2">
            <a:extLst xmlns:a="http://schemas.openxmlformats.org/drawingml/2006/main">
              <a:ext uri="{FF2B5EF4-FFF2-40B4-BE49-F238E27FC236}">
                <a16:creationId xmlns:a16="http://schemas.microsoft.com/office/drawing/2014/main" id="{20195482-2F7B-4A4E-8647-E1D7BCAB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0" name="module-index-2">
            <a:extLst xmlns:a="http://schemas.openxmlformats.org/drawingml/2006/main">
              <a:ext uri="{FF2B5EF4-FFF2-40B4-BE49-F238E27FC236}">
                <a16:creationId xmlns:a16="http://schemas.microsoft.com/office/drawing/2014/main" id="{D9C6DE05-2FE1-438D-AE17-7D40C632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B64F3CCE-7434-4942-B66C-8DF016A2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消歧</a:t>
            </a:r>
          </a:p>
        </p:txBody>
      </p:sp>
      <p:sp>
        <p:nvSpPr>
          <p:cNvPr id="22" name="module-step-3">
            <a:extLst xmlns:a="http://schemas.openxmlformats.org/drawingml/2006/main">
              <a:ext uri="{FF2B5EF4-FFF2-40B4-BE49-F238E27FC236}">
                <a16:creationId xmlns:a16="http://schemas.microsoft.com/office/drawing/2014/main" id="{54850B48-3AE8-48AC-840A-2C05AD0A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3" name="module-index-3">
            <a:extLst xmlns:a="http://schemas.openxmlformats.org/drawingml/2006/main">
              <a:ext uri="{FF2B5EF4-FFF2-40B4-BE49-F238E27FC236}">
                <a16:creationId xmlns:a16="http://schemas.microsoft.com/office/drawing/2014/main" id="{6900BB7B-5FED-45B8-8A8C-2D0FA72E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61FF5F04-E9D7-44CC-B443-C161E364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上下文门</a:t>
            </a:r>
          </a:p>
        </p:txBody>
      </p:sp>
      <p:sp>
        <p:nvSpPr>
          <p:cNvPr id="25" name="module-step-4">
            <a:extLst xmlns:a="http://schemas.openxmlformats.org/drawingml/2006/main">
              <a:ext uri="{FF2B5EF4-FFF2-40B4-BE49-F238E27FC236}">
                <a16:creationId xmlns:a16="http://schemas.microsoft.com/office/drawing/2014/main" id="{91FC5315-B457-4175-9B50-FE1584C7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6" name="module-index-4">
            <a:extLst xmlns:a="http://schemas.openxmlformats.org/drawingml/2006/main">
              <a:ext uri="{FF2B5EF4-FFF2-40B4-BE49-F238E27FC236}">
                <a16:creationId xmlns:a16="http://schemas.microsoft.com/office/drawing/2014/main" id="{45BB07DB-C108-4879-B5EA-9759428D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CA216D02-5DF4-4550-978B-5AB0FB22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受控查询</a:t>
            </a:r>
          </a:p>
        </p:txBody>
      </p:sp>
      <p:sp>
        <p:nvSpPr>
          <p:cNvPr id="28" name="module-step-5">
            <a:extLst xmlns:a="http://schemas.openxmlformats.org/drawingml/2006/main">
              <a:ext uri="{FF2B5EF4-FFF2-40B4-BE49-F238E27FC236}">
                <a16:creationId xmlns:a16="http://schemas.microsoft.com/office/drawing/2014/main" id="{CD04C735-5F97-4B33-AE7F-778C0E81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29" name="module-index-5">
            <a:extLst xmlns:a="http://schemas.openxmlformats.org/drawingml/2006/main">
              <a:ext uri="{FF2B5EF4-FFF2-40B4-BE49-F238E27FC236}">
                <a16:creationId xmlns:a16="http://schemas.microsoft.com/office/drawing/2014/main" id="{CF3E36FD-2D23-4D9D-B648-4DA0F597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0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344E541F-51E2-41D3-8372-EDF2579A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结果与证据</a:t>
            </a:r>
          </a:p>
        </p:txBody>
      </p:sp>
      <p:sp>
        <p:nvSpPr>
          <p:cNvPr id="31" name="module-step-6">
            <a:extLst xmlns:a="http://schemas.openxmlformats.org/drawingml/2006/main">
              <a:ext uri="{FF2B5EF4-FFF2-40B4-BE49-F238E27FC236}">
                <a16:creationId xmlns:a16="http://schemas.microsoft.com/office/drawing/2014/main" id="{58164D3F-B3C7-4B64-9455-6640C7DB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2" name="module-index-6">
            <a:extLst xmlns:a="http://schemas.openxmlformats.org/drawingml/2006/main">
              <a:ext uri="{FF2B5EF4-FFF2-40B4-BE49-F238E27FC236}">
                <a16:creationId xmlns:a16="http://schemas.microsoft.com/office/drawing/2014/main" id="{33396B52-1031-4A5C-9CF8-01BED4C8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module-label-6">
            <a:extLst xmlns:a="http://schemas.openxmlformats.org/drawingml/2006/main">
              <a:ext uri="{FF2B5EF4-FFF2-40B4-BE49-F238E27FC236}">
                <a16:creationId xmlns:a16="http://schemas.microsoft.com/office/drawing/2014/main" id="{045C3C0D-79A2-4683-8649-5FCDF86A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解释 / 请求</a:t>
            </a:r>
          </a:p>
        </p:txBody>
      </p:sp>
      <p:sp>
        <p:nvSpPr>
          <p:cNvPr id="34" name="module-boundary">
            <a:extLst xmlns:a="http://schemas.openxmlformats.org/drawingml/2006/main">
              <a:ext uri="{FF2B5EF4-FFF2-40B4-BE49-F238E27FC236}">
                <a16:creationId xmlns:a16="http://schemas.microsoft.com/office/drawing/2014/main" id="{2C824DE9-CCF2-4A24-B8AF-5E0B940E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5" name="module-boundary-bar">
            <a:extLst xmlns:a="http://schemas.openxmlformats.org/drawingml/2006/main">
              <a:ext uri="{FF2B5EF4-FFF2-40B4-BE49-F238E27FC236}">
                <a16:creationId xmlns:a16="http://schemas.microsoft.com/office/drawing/2014/main" id="{FEA743EB-F610-457E-8109-4951AA71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AE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36" name="module-note">
            <a:extLst xmlns:a="http://schemas.openxmlformats.org/drawingml/2006/main">
              <a:ext uri="{FF2B5EF4-FFF2-40B4-BE49-F238E27FC236}">
                <a16:creationId xmlns:a16="http://schemas.microsoft.com/office/drawing/2014/main" id="{E1D33B33-E08C-445A-B90E-DD73DA50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LLM 不补数、不改单位、不计算 Metric、不判断 Rule。</a:t>
            </a:r>
          </a:p>
        </p:txBody>
      </p:sp>
      <p:sp>
        <p:nvSpPr>
          <p:cNvPr id="37" name="footer-note-17">
            <a:extLst xmlns:a="http://schemas.openxmlformats.org/drawingml/2006/main">
              <a:ext uri="{FF2B5EF4-FFF2-40B4-BE49-F238E27FC236}">
                <a16:creationId xmlns:a16="http://schemas.microsoft.com/office/drawing/2014/main" id="{8242A5AA-6B10-413D-9083-FA60276E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智能问数｜模块拥有自己的资源与状态边界</a:t>
            </a:r>
          </a:p>
        </p:txBody>
      </p:sp>
      <p:sp>
        <p:nvSpPr>
          <p:cNvPr id="38" name="footer-page-17">
            <a:extLst xmlns:a="http://schemas.openxmlformats.org/drawingml/2006/main">
              <a:ext uri="{FF2B5EF4-FFF2-40B4-BE49-F238E27FC236}">
                <a16:creationId xmlns:a16="http://schemas.microsoft.com/office/drawing/2014/main" id="{CA48BDD9-E1BC-4D12-A027-87748F75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4bad01ffe4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0798dfe844e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8">
            <a:extLst xmlns:a="http://schemas.openxmlformats.org/drawingml/2006/main">
              <a:ext uri="{FF2B5EF4-FFF2-40B4-BE49-F238E27FC236}">
                <a16:creationId xmlns:a16="http://schemas.microsoft.com/office/drawing/2014/main" id="{F11BA942-3074-41B6-8B26-C84CAC4C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Agent 应用</a:t>
            </a:r>
          </a:p>
        </p:txBody>
      </p:sp>
      <p:sp>
        <p:nvSpPr>
          <p:cNvPr id="4" name="title-18">
            <a:extLst xmlns:a="http://schemas.openxmlformats.org/drawingml/2006/main">
              <a:ext uri="{FF2B5EF4-FFF2-40B4-BE49-F238E27FC236}">
                <a16:creationId xmlns:a16="http://schemas.microsoft.com/office/drawing/2014/main" id="{2326E1D2-86EF-4018-8284-8C8823B8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Agent 应用只在固定证据包上生成结构化内容</a:t>
            </a:r>
          </a:p>
        </p:txBody>
      </p:sp>
      <p:sp>
        <p:nvSpPr>
          <p:cNvPr id="5" name="title-rule-18">
            <a:extLst xmlns:a="http://schemas.openxmlformats.org/drawingml/2006/main">
              <a:ext uri="{FF2B5EF4-FFF2-40B4-BE49-F238E27FC236}">
                <a16:creationId xmlns:a16="http://schemas.microsoft.com/office/drawing/2014/main" id="{8008F3AA-46D9-4BB1-A277-C34CB6A5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module-edge-1">
            <a:extLst xmlns:a="http://schemas.openxmlformats.org/drawingml/2006/main">
              <a:ext uri="{FF2B5EF4-FFF2-40B4-BE49-F238E27FC236}">
                <a16:creationId xmlns:a16="http://schemas.microsoft.com/office/drawing/2014/main" id="{C636B693-4BDC-4D9F-BB70-D0601C10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7" name="module-edge-1-arrowhead">
            <a:extLst xmlns:a="http://schemas.openxmlformats.org/drawingml/2006/main">
              <a:ext uri="{FF2B5EF4-FFF2-40B4-BE49-F238E27FC236}">
                <a16:creationId xmlns:a16="http://schemas.microsoft.com/office/drawing/2014/main" id="{25C8A50B-B1E4-4347-94D7-4359E084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717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8" name="module-edge-2">
            <a:extLst xmlns:a="http://schemas.openxmlformats.org/drawingml/2006/main">
              <a:ext uri="{FF2B5EF4-FFF2-40B4-BE49-F238E27FC236}">
                <a16:creationId xmlns:a16="http://schemas.microsoft.com/office/drawing/2014/main" id="{D47B3B40-055C-4CC5-BF81-6BA90D31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9" name="module-edge-2-arrowhead">
            <a:extLst xmlns:a="http://schemas.openxmlformats.org/drawingml/2006/main">
              <a:ext uri="{FF2B5EF4-FFF2-40B4-BE49-F238E27FC236}">
                <a16:creationId xmlns:a16="http://schemas.microsoft.com/office/drawing/2014/main" id="{83527B6A-BEBE-4F5A-92A9-E9DACC66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95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0" name="module-edge-3">
            <a:extLst xmlns:a="http://schemas.openxmlformats.org/drawingml/2006/main">
              <a:ext uri="{FF2B5EF4-FFF2-40B4-BE49-F238E27FC236}">
                <a16:creationId xmlns:a16="http://schemas.microsoft.com/office/drawing/2014/main" id="{DB03A1CC-94EA-49E9-99A2-E66F9941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1" name="module-edge-3-arrowhead">
            <a:extLst xmlns:a="http://schemas.openxmlformats.org/drawingml/2006/main">
              <a:ext uri="{FF2B5EF4-FFF2-40B4-BE49-F238E27FC236}">
                <a16:creationId xmlns:a16="http://schemas.microsoft.com/office/drawing/2014/main" id="{6C9A3600-BC43-4B48-A532-77A5A223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2" name="module-edge-4">
            <a:extLst xmlns:a="http://schemas.openxmlformats.org/drawingml/2006/main">
              <a:ext uri="{FF2B5EF4-FFF2-40B4-BE49-F238E27FC236}">
                <a16:creationId xmlns:a16="http://schemas.microsoft.com/office/drawing/2014/main" id="{74660BC1-1376-4146-88A4-291A40BA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3" name="module-edge-4-arrowhead">
            <a:extLst xmlns:a="http://schemas.openxmlformats.org/drawingml/2006/main">
              <a:ext uri="{FF2B5EF4-FFF2-40B4-BE49-F238E27FC236}">
                <a16:creationId xmlns:a16="http://schemas.microsoft.com/office/drawing/2014/main" id="{F23A4B25-1DE3-4D05-942F-4EF8A15D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4" name="module-edge-5">
            <a:extLst xmlns:a="http://schemas.openxmlformats.org/drawingml/2006/main">
              <a:ext uri="{FF2B5EF4-FFF2-40B4-BE49-F238E27FC236}">
                <a16:creationId xmlns:a16="http://schemas.microsoft.com/office/drawing/2014/main" id="{866D6F97-ABBE-4423-8204-164ABD8A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5" name="module-edge-5-arrowhead">
            <a:extLst xmlns:a="http://schemas.openxmlformats.org/drawingml/2006/main">
              <a:ext uri="{FF2B5EF4-FFF2-40B4-BE49-F238E27FC236}">
                <a16:creationId xmlns:a16="http://schemas.microsoft.com/office/drawing/2014/main" id="{7D529435-B788-4A20-9E7E-9CBDDE3A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6" name="module-step-1">
            <a:extLst xmlns:a="http://schemas.openxmlformats.org/drawingml/2006/main">
              <a:ext uri="{FF2B5EF4-FFF2-40B4-BE49-F238E27FC236}">
                <a16:creationId xmlns:a16="http://schemas.microsoft.com/office/drawing/2014/main" id="{8F8381B4-62DC-491B-8450-491C3D49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7" name="module-index-1">
            <a:extLst xmlns:a="http://schemas.openxmlformats.org/drawingml/2006/main">
              <a:ext uri="{FF2B5EF4-FFF2-40B4-BE49-F238E27FC236}">
                <a16:creationId xmlns:a16="http://schemas.microsoft.com/office/drawing/2014/main" id="{E16ADA7C-F021-426D-B762-40A7400A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2E54DD87-D198-4C03-8038-C9B1B533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固定证据包</a:t>
            </a:r>
          </a:p>
        </p:txBody>
      </p:sp>
      <p:sp>
        <p:nvSpPr>
          <p:cNvPr id="19" name="module-step-2">
            <a:extLst xmlns:a="http://schemas.openxmlformats.org/drawingml/2006/main">
              <a:ext uri="{FF2B5EF4-FFF2-40B4-BE49-F238E27FC236}">
                <a16:creationId xmlns:a16="http://schemas.microsoft.com/office/drawing/2014/main" id="{3F403303-B959-40F9-869C-BEF8B232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0" name="module-index-2">
            <a:extLst xmlns:a="http://schemas.openxmlformats.org/drawingml/2006/main">
              <a:ext uri="{FF2B5EF4-FFF2-40B4-BE49-F238E27FC236}">
                <a16:creationId xmlns:a16="http://schemas.microsoft.com/office/drawing/2014/main" id="{2457C879-577B-4943-A955-F548D56A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B9D4E17A-7A20-48F3-80ED-11160289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Agent Release</a:t>
            </a:r>
          </a:p>
        </p:txBody>
      </p:sp>
      <p:sp>
        <p:nvSpPr>
          <p:cNvPr id="22" name="module-step-3">
            <a:extLst xmlns:a="http://schemas.openxmlformats.org/drawingml/2006/main">
              <a:ext uri="{FF2B5EF4-FFF2-40B4-BE49-F238E27FC236}">
                <a16:creationId xmlns:a16="http://schemas.microsoft.com/office/drawing/2014/main" id="{9F1C19BB-7B0B-40BA-8D22-EA7174A7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3" name="module-index-3">
            <a:extLst xmlns:a="http://schemas.openxmlformats.org/drawingml/2006/main">
              <a:ext uri="{FF2B5EF4-FFF2-40B4-BE49-F238E27FC236}">
                <a16:creationId xmlns:a16="http://schemas.microsoft.com/office/drawing/2014/main" id="{C95688E8-EBAB-4741-99BC-0D27AE05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9B675268-B344-40C8-A100-3C720076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受控运行</a:t>
            </a:r>
          </a:p>
        </p:txBody>
      </p:sp>
      <p:sp>
        <p:nvSpPr>
          <p:cNvPr id="25" name="module-step-4">
            <a:extLst xmlns:a="http://schemas.openxmlformats.org/drawingml/2006/main">
              <a:ext uri="{FF2B5EF4-FFF2-40B4-BE49-F238E27FC236}">
                <a16:creationId xmlns:a16="http://schemas.microsoft.com/office/drawing/2014/main" id="{69E9F79C-EF09-4D56-9C24-EFB8C3DB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6" name="module-index-4">
            <a:extLst xmlns:a="http://schemas.openxmlformats.org/drawingml/2006/main">
              <a:ext uri="{FF2B5EF4-FFF2-40B4-BE49-F238E27FC236}">
                <a16:creationId xmlns:a16="http://schemas.microsoft.com/office/drawing/2014/main" id="{6C6E0A03-B827-4794-AF6A-A060F99E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E1E6B45D-BC9B-43AC-9230-8E7499BA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结构化洞察</a:t>
            </a:r>
          </a:p>
        </p:txBody>
      </p:sp>
      <p:sp>
        <p:nvSpPr>
          <p:cNvPr id="28" name="module-step-5">
            <a:extLst xmlns:a="http://schemas.openxmlformats.org/drawingml/2006/main">
              <a:ext uri="{FF2B5EF4-FFF2-40B4-BE49-F238E27FC236}">
                <a16:creationId xmlns:a16="http://schemas.microsoft.com/office/drawing/2014/main" id="{FDA19DF8-3591-44E6-AD89-DBDD80F7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29" name="module-index-5">
            <a:extLst xmlns:a="http://schemas.openxmlformats.org/drawingml/2006/main">
              <a:ext uri="{FF2B5EF4-FFF2-40B4-BE49-F238E27FC236}">
                <a16:creationId xmlns:a16="http://schemas.microsoft.com/office/drawing/2014/main" id="{4EC57357-4DC0-45CC-92CC-F463E1DA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0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BEDD03E1-6864-4DCE-A588-823D1831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人工复核</a:t>
            </a:r>
          </a:p>
        </p:txBody>
      </p:sp>
      <p:sp>
        <p:nvSpPr>
          <p:cNvPr id="31" name="module-step-6">
            <a:extLst xmlns:a="http://schemas.openxmlformats.org/drawingml/2006/main">
              <a:ext uri="{FF2B5EF4-FFF2-40B4-BE49-F238E27FC236}">
                <a16:creationId xmlns:a16="http://schemas.microsoft.com/office/drawing/2014/main" id="{34C36FBC-77E4-4A3D-891D-5C0C0178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2" name="module-index-6">
            <a:extLst xmlns:a="http://schemas.openxmlformats.org/drawingml/2006/main">
              <a:ext uri="{FF2B5EF4-FFF2-40B4-BE49-F238E27FC236}">
                <a16:creationId xmlns:a16="http://schemas.microsoft.com/office/drawing/2014/main" id="{3821A683-2E80-4445-9D27-951593B2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module-label-6">
            <a:extLst xmlns:a="http://schemas.openxmlformats.org/drawingml/2006/main">
              <a:ext uri="{FF2B5EF4-FFF2-40B4-BE49-F238E27FC236}">
                <a16:creationId xmlns:a16="http://schemas.microsoft.com/office/drawing/2014/main" id="{A00299D5-2981-4D64-B804-1AAE7493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移交模块</a:t>
            </a:r>
          </a:p>
        </p:txBody>
      </p:sp>
      <p:sp>
        <p:nvSpPr>
          <p:cNvPr id="34" name="module-boundary">
            <a:extLst xmlns:a="http://schemas.openxmlformats.org/drawingml/2006/main">
              <a:ext uri="{FF2B5EF4-FFF2-40B4-BE49-F238E27FC236}">
                <a16:creationId xmlns:a16="http://schemas.microsoft.com/office/drawing/2014/main" id="{3FF4A27D-60A3-416A-AB6D-C7084F66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5" name="module-boundary-bar">
            <a:extLst xmlns:a="http://schemas.openxmlformats.org/drawingml/2006/main">
              <a:ext uri="{FF2B5EF4-FFF2-40B4-BE49-F238E27FC236}">
                <a16:creationId xmlns:a16="http://schemas.microsoft.com/office/drawing/2014/main" id="{1241558A-9E38-47D4-AC37-14DA5B37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AE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36" name="module-note">
            <a:extLst xmlns:a="http://schemas.openxmlformats.org/drawingml/2006/main">
              <a:ext uri="{FF2B5EF4-FFF2-40B4-BE49-F238E27FC236}">
                <a16:creationId xmlns:a16="http://schemas.microsoft.com/office/drawing/2014/main" id="{3D6243CD-DE20-4336-AD21-A4C8EE8E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Agent 不选择权威版本，不改写业务口径，不直接维护决策运行状态。</a:t>
            </a:r>
          </a:p>
        </p:txBody>
      </p:sp>
      <p:sp>
        <p:nvSpPr>
          <p:cNvPr id="37" name="footer-note-18">
            <a:extLst xmlns:a="http://schemas.openxmlformats.org/drawingml/2006/main">
              <a:ext uri="{FF2B5EF4-FFF2-40B4-BE49-F238E27FC236}">
                <a16:creationId xmlns:a16="http://schemas.microsoft.com/office/drawing/2014/main" id="{3BC57FA3-B929-4FA5-A7A5-9CAB7942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Agent 应用｜模块拥有自己的资源与状态边界</a:t>
            </a:r>
          </a:p>
        </p:txBody>
      </p:sp>
      <p:sp>
        <p:nvSpPr>
          <p:cNvPr id="38" name="footer-page-18">
            <a:extLst xmlns:a="http://schemas.openxmlformats.org/drawingml/2006/main">
              <a:ext uri="{FF2B5EF4-FFF2-40B4-BE49-F238E27FC236}">
                <a16:creationId xmlns:a16="http://schemas.microsoft.com/office/drawing/2014/main" id="{E85F022A-BA7D-475B-9515-9709D3F3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9908767d24b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1e02a706a4b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9">
            <a:extLst xmlns:a="http://schemas.openxmlformats.org/drawingml/2006/main">
              <a:ext uri="{FF2B5EF4-FFF2-40B4-BE49-F238E27FC236}">
                <a16:creationId xmlns:a16="http://schemas.microsoft.com/office/drawing/2014/main" id="{7812D3E1-1157-4B57-A523-973B99BC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报告中心</a:t>
            </a:r>
          </a:p>
        </p:txBody>
      </p:sp>
      <p:sp>
        <p:nvSpPr>
          <p:cNvPr id="4" name="title-19">
            <a:extLst xmlns:a="http://schemas.openxmlformats.org/drawingml/2006/main">
              <a:ext uri="{FF2B5EF4-FFF2-40B4-BE49-F238E27FC236}">
                <a16:creationId xmlns:a16="http://schemas.microsoft.com/office/drawing/2014/main" id="{390A9C5D-E189-4088-B450-0E579479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报告中心把固定证据变成可复核的正式产物</a:t>
            </a:r>
          </a:p>
        </p:txBody>
      </p:sp>
      <p:sp>
        <p:nvSpPr>
          <p:cNvPr id="5" name="title-rule-19">
            <a:extLst xmlns:a="http://schemas.openxmlformats.org/drawingml/2006/main">
              <a:ext uri="{FF2B5EF4-FFF2-40B4-BE49-F238E27FC236}">
                <a16:creationId xmlns:a16="http://schemas.microsoft.com/office/drawing/2014/main" id="{9EBDA4E5-957A-4E53-981B-1326E999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module-edge-1">
            <a:extLst xmlns:a="http://schemas.openxmlformats.org/drawingml/2006/main">
              <a:ext uri="{FF2B5EF4-FFF2-40B4-BE49-F238E27FC236}">
                <a16:creationId xmlns:a16="http://schemas.microsoft.com/office/drawing/2014/main" id="{8E97A69F-4E01-451F-B73E-647F5ED4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7" name="module-edge-1-arrowhead">
            <a:extLst xmlns:a="http://schemas.openxmlformats.org/drawingml/2006/main">
              <a:ext uri="{FF2B5EF4-FFF2-40B4-BE49-F238E27FC236}">
                <a16:creationId xmlns:a16="http://schemas.microsoft.com/office/drawing/2014/main" id="{423A0F58-26A9-4499-A58E-76E3B156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717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8" name="module-edge-2">
            <a:extLst xmlns:a="http://schemas.openxmlformats.org/drawingml/2006/main">
              <a:ext uri="{FF2B5EF4-FFF2-40B4-BE49-F238E27FC236}">
                <a16:creationId xmlns:a16="http://schemas.microsoft.com/office/drawing/2014/main" id="{B7672DA6-29BF-431E-9DC1-3038011C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9" name="module-edge-2-arrowhead">
            <a:extLst xmlns:a="http://schemas.openxmlformats.org/drawingml/2006/main">
              <a:ext uri="{FF2B5EF4-FFF2-40B4-BE49-F238E27FC236}">
                <a16:creationId xmlns:a16="http://schemas.microsoft.com/office/drawing/2014/main" id="{4C3397B3-33A7-4619-9C00-944798B6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95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0" name="module-edge-3">
            <a:extLst xmlns:a="http://schemas.openxmlformats.org/drawingml/2006/main">
              <a:ext uri="{FF2B5EF4-FFF2-40B4-BE49-F238E27FC236}">
                <a16:creationId xmlns:a16="http://schemas.microsoft.com/office/drawing/2014/main" id="{82E3BF45-7329-4A19-946D-3DB42C9B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1" name="module-edge-3-arrowhead">
            <a:extLst xmlns:a="http://schemas.openxmlformats.org/drawingml/2006/main">
              <a:ext uri="{FF2B5EF4-FFF2-40B4-BE49-F238E27FC236}">
                <a16:creationId xmlns:a16="http://schemas.microsoft.com/office/drawing/2014/main" id="{526221CA-B019-44E3-AA6F-934D974C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2" name="module-edge-4">
            <a:extLst xmlns:a="http://schemas.openxmlformats.org/drawingml/2006/main">
              <a:ext uri="{FF2B5EF4-FFF2-40B4-BE49-F238E27FC236}">
                <a16:creationId xmlns:a16="http://schemas.microsoft.com/office/drawing/2014/main" id="{5DA0D360-320D-415F-9A45-E83EF9AB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3" name="module-edge-4-arrowhead">
            <a:extLst xmlns:a="http://schemas.openxmlformats.org/drawingml/2006/main">
              <a:ext uri="{FF2B5EF4-FFF2-40B4-BE49-F238E27FC236}">
                <a16:creationId xmlns:a16="http://schemas.microsoft.com/office/drawing/2014/main" id="{4E9681B8-A6FF-4910-B76D-FE82A62F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4" name="module-edge-5">
            <a:extLst xmlns:a="http://schemas.openxmlformats.org/drawingml/2006/main">
              <a:ext uri="{FF2B5EF4-FFF2-40B4-BE49-F238E27FC236}">
                <a16:creationId xmlns:a16="http://schemas.microsoft.com/office/drawing/2014/main" id="{6B926CD0-BFE4-46FB-95E8-4805F9AA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5" name="module-edge-5-arrowhead">
            <a:extLst xmlns:a="http://schemas.openxmlformats.org/drawingml/2006/main">
              <a:ext uri="{FF2B5EF4-FFF2-40B4-BE49-F238E27FC236}">
                <a16:creationId xmlns:a16="http://schemas.microsoft.com/office/drawing/2014/main" id="{D56C6A1B-61C0-4A75-A438-5A22F3AE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6" name="module-step-1">
            <a:extLst xmlns:a="http://schemas.openxmlformats.org/drawingml/2006/main">
              <a:ext uri="{FF2B5EF4-FFF2-40B4-BE49-F238E27FC236}">
                <a16:creationId xmlns:a16="http://schemas.microsoft.com/office/drawing/2014/main" id="{3252E7E0-9260-473F-8496-9516ADFF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7" name="module-index-1">
            <a:extLst xmlns:a="http://schemas.openxmlformats.org/drawingml/2006/main">
              <a:ext uri="{FF2B5EF4-FFF2-40B4-BE49-F238E27FC236}">
                <a16:creationId xmlns:a16="http://schemas.microsoft.com/office/drawing/2014/main" id="{D8C9432D-92D1-446B-8FAA-1F0E46CF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8362E4F7-90D8-4223-B0AF-F2E76E04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报告定义</a:t>
            </a:r>
          </a:p>
        </p:txBody>
      </p:sp>
      <p:sp>
        <p:nvSpPr>
          <p:cNvPr id="19" name="module-step-2">
            <a:extLst xmlns:a="http://schemas.openxmlformats.org/drawingml/2006/main">
              <a:ext uri="{FF2B5EF4-FFF2-40B4-BE49-F238E27FC236}">
                <a16:creationId xmlns:a16="http://schemas.microsoft.com/office/drawing/2014/main" id="{9C590080-BE38-4B0C-91A5-E223B214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0" name="module-index-2">
            <a:extLst xmlns:a="http://schemas.openxmlformats.org/drawingml/2006/main">
              <a:ext uri="{FF2B5EF4-FFF2-40B4-BE49-F238E27FC236}">
                <a16:creationId xmlns:a16="http://schemas.microsoft.com/office/drawing/2014/main" id="{E650E183-204A-4F28-843D-BF47BE9B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16669762-6DCB-4555-824B-00882064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固定证据</a:t>
            </a:r>
          </a:p>
        </p:txBody>
      </p:sp>
      <p:sp>
        <p:nvSpPr>
          <p:cNvPr id="22" name="module-step-3">
            <a:extLst xmlns:a="http://schemas.openxmlformats.org/drawingml/2006/main">
              <a:ext uri="{FF2B5EF4-FFF2-40B4-BE49-F238E27FC236}">
                <a16:creationId xmlns:a16="http://schemas.microsoft.com/office/drawing/2014/main" id="{2BB5AF41-383F-4751-8807-CCBB68D2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3" name="module-index-3">
            <a:extLst xmlns:a="http://schemas.openxmlformats.org/drawingml/2006/main">
              <a:ext uri="{FF2B5EF4-FFF2-40B4-BE49-F238E27FC236}">
                <a16:creationId xmlns:a16="http://schemas.microsoft.com/office/drawing/2014/main" id="{474A1A4F-81F5-4C48-80AB-92ADF00D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A45039A5-51A8-452E-89F2-00C63123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Agent 草稿</a:t>
            </a:r>
          </a:p>
        </p:txBody>
      </p:sp>
      <p:sp>
        <p:nvSpPr>
          <p:cNvPr id="25" name="module-step-4">
            <a:extLst xmlns:a="http://schemas.openxmlformats.org/drawingml/2006/main">
              <a:ext uri="{FF2B5EF4-FFF2-40B4-BE49-F238E27FC236}">
                <a16:creationId xmlns:a16="http://schemas.microsoft.com/office/drawing/2014/main" id="{259A557B-9212-4721-80D9-FB4CC929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6" name="module-index-4">
            <a:extLst xmlns:a="http://schemas.openxmlformats.org/drawingml/2006/main">
              <a:ext uri="{FF2B5EF4-FFF2-40B4-BE49-F238E27FC236}">
                <a16:creationId xmlns:a16="http://schemas.microsoft.com/office/drawing/2014/main" id="{88DFC9BC-C365-4EC5-91AD-FDBB5A5F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108C7691-A722-4E7C-BD13-6A8B36F9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确定性核验</a:t>
            </a:r>
          </a:p>
        </p:txBody>
      </p:sp>
      <p:sp>
        <p:nvSpPr>
          <p:cNvPr id="28" name="module-step-5">
            <a:extLst xmlns:a="http://schemas.openxmlformats.org/drawingml/2006/main">
              <a:ext uri="{FF2B5EF4-FFF2-40B4-BE49-F238E27FC236}">
                <a16:creationId xmlns:a16="http://schemas.microsoft.com/office/drawing/2014/main" id="{5AE26AA2-8B99-407F-BBBA-417F2C84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29" name="module-index-5">
            <a:extLst xmlns:a="http://schemas.openxmlformats.org/drawingml/2006/main">
              <a:ext uri="{FF2B5EF4-FFF2-40B4-BE49-F238E27FC236}">
                <a16:creationId xmlns:a16="http://schemas.microsoft.com/office/drawing/2014/main" id="{8EE767CE-660C-4E77-9028-081138B7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0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9F09A721-0224-4457-9E3A-D26455D4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人工复核</a:t>
            </a:r>
          </a:p>
        </p:txBody>
      </p:sp>
      <p:sp>
        <p:nvSpPr>
          <p:cNvPr id="31" name="module-step-6">
            <a:extLst xmlns:a="http://schemas.openxmlformats.org/drawingml/2006/main">
              <a:ext uri="{FF2B5EF4-FFF2-40B4-BE49-F238E27FC236}">
                <a16:creationId xmlns:a16="http://schemas.microsoft.com/office/drawing/2014/main" id="{02059599-C4A0-4393-8AB6-A7B3C8C2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2" name="module-index-6">
            <a:extLst xmlns:a="http://schemas.openxmlformats.org/drawingml/2006/main">
              <a:ext uri="{FF2B5EF4-FFF2-40B4-BE49-F238E27FC236}">
                <a16:creationId xmlns:a16="http://schemas.microsoft.com/office/drawing/2014/main" id="{39C6030A-8B70-4458-A5D9-E21DFCC6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module-label-6">
            <a:extLst xmlns:a="http://schemas.openxmlformats.org/drawingml/2006/main">
              <a:ext uri="{FF2B5EF4-FFF2-40B4-BE49-F238E27FC236}">
                <a16:creationId xmlns:a16="http://schemas.microsoft.com/office/drawing/2014/main" id="{E2535BD9-E8A2-4057-A98C-177C76A1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HTML / PDF</a:t>
            </a:r>
          </a:p>
        </p:txBody>
      </p:sp>
      <p:sp>
        <p:nvSpPr>
          <p:cNvPr id="34" name="module-boundary">
            <a:extLst xmlns:a="http://schemas.openxmlformats.org/drawingml/2006/main">
              <a:ext uri="{FF2B5EF4-FFF2-40B4-BE49-F238E27FC236}">
                <a16:creationId xmlns:a16="http://schemas.microsoft.com/office/drawing/2014/main" id="{F4DD39C5-2B31-4B74-A85A-DC2338C4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5" name="module-boundary-bar">
            <a:extLst xmlns:a="http://schemas.openxmlformats.org/drawingml/2006/main">
              <a:ext uri="{FF2B5EF4-FFF2-40B4-BE49-F238E27FC236}">
                <a16:creationId xmlns:a16="http://schemas.microsoft.com/office/drawing/2014/main" id="{B2F1AEF7-6524-42FC-908F-228666CE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AE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36" name="module-note">
            <a:extLst xmlns:a="http://schemas.openxmlformats.org/drawingml/2006/main">
              <a:ext uri="{FF2B5EF4-FFF2-40B4-BE49-F238E27FC236}">
                <a16:creationId xmlns:a16="http://schemas.microsoft.com/office/drawing/2014/main" id="{7EBA9A5D-0ECC-4F04-990E-F88B38CB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驾驶舱用于当前视野，正式报告固定证据和版本；两者不混用。</a:t>
            </a:r>
          </a:p>
        </p:txBody>
      </p:sp>
      <p:sp>
        <p:nvSpPr>
          <p:cNvPr id="37" name="footer-note-19">
            <a:extLst xmlns:a="http://schemas.openxmlformats.org/drawingml/2006/main">
              <a:ext uri="{FF2B5EF4-FFF2-40B4-BE49-F238E27FC236}">
                <a16:creationId xmlns:a16="http://schemas.microsoft.com/office/drawing/2014/main" id="{690A35B9-7C79-44B2-8E4C-8AA2F0B7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报告中心｜模块拥有自己的资源与状态边界</a:t>
            </a:r>
          </a:p>
        </p:txBody>
      </p:sp>
      <p:sp>
        <p:nvSpPr>
          <p:cNvPr id="38" name="footer-page-19">
            <a:extLst xmlns:a="http://schemas.openxmlformats.org/drawingml/2006/main">
              <a:ext uri="{FF2B5EF4-FFF2-40B4-BE49-F238E27FC236}">
                <a16:creationId xmlns:a16="http://schemas.microsoft.com/office/drawing/2014/main" id="{B0C0F536-B87B-4B62-BE6B-9974BA8D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e7ef3e31d40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1391fb21440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20">
            <a:extLst xmlns:a="http://schemas.openxmlformats.org/drawingml/2006/main">
              <a:ext uri="{FF2B5EF4-FFF2-40B4-BE49-F238E27FC236}">
                <a16:creationId xmlns:a16="http://schemas.microsoft.com/office/drawing/2014/main" id="{953B4288-7C50-4002-82BF-357E55D9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决策中心</a:t>
            </a:r>
          </a:p>
        </p:txBody>
      </p:sp>
      <p:sp>
        <p:nvSpPr>
          <p:cNvPr id="4" name="title-20">
            <a:extLst xmlns:a="http://schemas.openxmlformats.org/drawingml/2006/main">
              <a:ext uri="{FF2B5EF4-FFF2-40B4-BE49-F238E27FC236}">
                <a16:creationId xmlns:a16="http://schemas.microsoft.com/office/drawing/2014/main" id="{0BE72E64-1015-40E2-8E83-5AE57114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决策中心以 Action Request 为唯一标准入口</a:t>
            </a:r>
          </a:p>
        </p:txBody>
      </p:sp>
      <p:sp>
        <p:nvSpPr>
          <p:cNvPr id="5" name="title-rule-20">
            <a:extLst xmlns:a="http://schemas.openxmlformats.org/drawingml/2006/main">
              <a:ext uri="{FF2B5EF4-FFF2-40B4-BE49-F238E27FC236}">
                <a16:creationId xmlns:a16="http://schemas.microsoft.com/office/drawing/2014/main" id="{084E425D-7195-4856-B5EC-D322A423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module-edge-1">
            <a:extLst xmlns:a="http://schemas.openxmlformats.org/drawingml/2006/main">
              <a:ext uri="{FF2B5EF4-FFF2-40B4-BE49-F238E27FC236}">
                <a16:creationId xmlns:a16="http://schemas.microsoft.com/office/drawing/2014/main" id="{48893908-B704-452C-A149-E38D34E9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7" name="module-edge-1-arrowhead">
            <a:extLst xmlns:a="http://schemas.openxmlformats.org/drawingml/2006/main">
              <a:ext uri="{FF2B5EF4-FFF2-40B4-BE49-F238E27FC236}">
                <a16:creationId xmlns:a16="http://schemas.microsoft.com/office/drawing/2014/main" id="{9DE466DC-D494-41A6-BA84-877750B1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717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8" name="module-edge-2">
            <a:extLst xmlns:a="http://schemas.openxmlformats.org/drawingml/2006/main">
              <a:ext uri="{FF2B5EF4-FFF2-40B4-BE49-F238E27FC236}">
                <a16:creationId xmlns:a16="http://schemas.microsoft.com/office/drawing/2014/main" id="{0AD54015-96E2-4DF4-B508-C734566D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9" name="module-edge-2-arrowhead">
            <a:extLst xmlns:a="http://schemas.openxmlformats.org/drawingml/2006/main">
              <a:ext uri="{FF2B5EF4-FFF2-40B4-BE49-F238E27FC236}">
                <a16:creationId xmlns:a16="http://schemas.microsoft.com/office/drawing/2014/main" id="{D55C8DFA-24E9-40A8-B766-EE69E72B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95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0" name="module-edge-3">
            <a:extLst xmlns:a="http://schemas.openxmlformats.org/drawingml/2006/main">
              <a:ext uri="{FF2B5EF4-FFF2-40B4-BE49-F238E27FC236}">
                <a16:creationId xmlns:a16="http://schemas.microsoft.com/office/drawing/2014/main" id="{4E110373-B9AD-49EE-A657-9B9BC25B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1" name="module-edge-3-arrowhead">
            <a:extLst xmlns:a="http://schemas.openxmlformats.org/drawingml/2006/main">
              <a:ext uri="{FF2B5EF4-FFF2-40B4-BE49-F238E27FC236}">
                <a16:creationId xmlns:a16="http://schemas.microsoft.com/office/drawing/2014/main" id="{AD52821C-2C23-4180-ABC7-467C7CAC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2" name="module-edge-4">
            <a:extLst xmlns:a="http://schemas.openxmlformats.org/drawingml/2006/main">
              <a:ext uri="{FF2B5EF4-FFF2-40B4-BE49-F238E27FC236}">
                <a16:creationId xmlns:a16="http://schemas.microsoft.com/office/drawing/2014/main" id="{8FEE1487-E0BC-40C8-99E5-B651D680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3" name="module-edge-4-arrowhead">
            <a:extLst xmlns:a="http://schemas.openxmlformats.org/drawingml/2006/main">
              <a:ext uri="{FF2B5EF4-FFF2-40B4-BE49-F238E27FC236}">
                <a16:creationId xmlns:a16="http://schemas.microsoft.com/office/drawing/2014/main" id="{CF8B08D9-F702-43FF-B4CF-B2B5C2E9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4" name="module-edge-5">
            <a:extLst xmlns:a="http://schemas.openxmlformats.org/drawingml/2006/main">
              <a:ext uri="{FF2B5EF4-FFF2-40B4-BE49-F238E27FC236}">
                <a16:creationId xmlns:a16="http://schemas.microsoft.com/office/drawing/2014/main" id="{D1BEED4B-08EC-4410-833C-A021C63F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5" name="module-edge-5-arrowhead">
            <a:extLst xmlns:a="http://schemas.openxmlformats.org/drawingml/2006/main">
              <a:ext uri="{FF2B5EF4-FFF2-40B4-BE49-F238E27FC236}">
                <a16:creationId xmlns:a16="http://schemas.microsoft.com/office/drawing/2014/main" id="{945BBF80-6AD4-4BEF-9FC9-462AB70F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6" name="module-step-1">
            <a:extLst xmlns:a="http://schemas.openxmlformats.org/drawingml/2006/main">
              <a:ext uri="{FF2B5EF4-FFF2-40B4-BE49-F238E27FC236}">
                <a16:creationId xmlns:a16="http://schemas.microsoft.com/office/drawing/2014/main" id="{E3D635FF-5B28-40B6-950E-4B54B6F0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7" name="module-index-1">
            <a:extLst xmlns:a="http://schemas.openxmlformats.org/drawingml/2006/main">
              <a:ext uri="{FF2B5EF4-FFF2-40B4-BE49-F238E27FC236}">
                <a16:creationId xmlns:a16="http://schemas.microsoft.com/office/drawing/2014/main" id="{A933637F-DFBC-41A8-A0B9-3E44C8D1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8F3429FB-AA0A-431C-AA02-60F70ABF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四类来源</a:t>
            </a:r>
          </a:p>
        </p:txBody>
      </p:sp>
      <p:sp>
        <p:nvSpPr>
          <p:cNvPr id="19" name="module-step-2">
            <a:extLst xmlns:a="http://schemas.openxmlformats.org/drawingml/2006/main">
              <a:ext uri="{FF2B5EF4-FFF2-40B4-BE49-F238E27FC236}">
                <a16:creationId xmlns:a16="http://schemas.microsoft.com/office/drawing/2014/main" id="{DF74E67A-84EE-4E30-BA8D-994D92AB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0" name="module-index-2">
            <a:extLst xmlns:a="http://schemas.openxmlformats.org/drawingml/2006/main">
              <a:ext uri="{FF2B5EF4-FFF2-40B4-BE49-F238E27FC236}">
                <a16:creationId xmlns:a16="http://schemas.microsoft.com/office/drawing/2014/main" id="{592DCA6F-0A5F-4F12-9A9B-5E70661E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FA9B25D0-B352-4D2F-B92F-BF51DB7B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Action Request</a:t>
            </a:r>
          </a:p>
        </p:txBody>
      </p:sp>
      <p:sp>
        <p:nvSpPr>
          <p:cNvPr id="22" name="module-step-3">
            <a:extLst xmlns:a="http://schemas.openxmlformats.org/drawingml/2006/main">
              <a:ext uri="{FF2B5EF4-FFF2-40B4-BE49-F238E27FC236}">
                <a16:creationId xmlns:a16="http://schemas.microsoft.com/office/drawing/2014/main" id="{71F03E8F-83BA-4F1A-8D7D-2EF6ABF8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3" name="module-index-3">
            <a:extLst xmlns:a="http://schemas.openxmlformats.org/drawingml/2006/main">
              <a:ext uri="{FF2B5EF4-FFF2-40B4-BE49-F238E27FC236}">
                <a16:creationId xmlns:a16="http://schemas.microsoft.com/office/drawing/2014/main" id="{D241CE65-2129-4D4D-BBA2-FBC2C5F3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45124B82-612F-48BB-B386-FB88E1FD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提醒</a:t>
            </a:r>
          </a:p>
        </p:txBody>
      </p:sp>
      <p:sp>
        <p:nvSpPr>
          <p:cNvPr id="25" name="module-step-4">
            <a:extLst xmlns:a="http://schemas.openxmlformats.org/drawingml/2006/main">
              <a:ext uri="{FF2B5EF4-FFF2-40B4-BE49-F238E27FC236}">
                <a16:creationId xmlns:a16="http://schemas.microsoft.com/office/drawing/2014/main" id="{281D6E85-EF8E-4B47-B752-F4D4A40A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6" name="module-index-4">
            <a:extLst xmlns:a="http://schemas.openxmlformats.org/drawingml/2006/main">
              <a:ext uri="{FF2B5EF4-FFF2-40B4-BE49-F238E27FC236}">
                <a16:creationId xmlns:a16="http://schemas.microsoft.com/office/drawing/2014/main" id="{8A472695-0564-4686-8A57-0AD08FB7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EF6B93A2-ACE3-4171-90E5-4E43F827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人工确认</a:t>
            </a:r>
          </a:p>
        </p:txBody>
      </p:sp>
      <p:sp>
        <p:nvSpPr>
          <p:cNvPr id="28" name="module-step-5">
            <a:extLst xmlns:a="http://schemas.openxmlformats.org/drawingml/2006/main">
              <a:ext uri="{FF2B5EF4-FFF2-40B4-BE49-F238E27FC236}">
                <a16:creationId xmlns:a16="http://schemas.microsoft.com/office/drawing/2014/main" id="{8E9226AA-FA70-47E4-A501-1680A080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29" name="module-index-5">
            <a:extLst xmlns:a="http://schemas.openxmlformats.org/drawingml/2006/main">
              <a:ext uri="{FF2B5EF4-FFF2-40B4-BE49-F238E27FC236}">
                <a16:creationId xmlns:a16="http://schemas.microsoft.com/office/drawing/2014/main" id="{8302B4EF-F826-4815-9CA4-8F363596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0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3D9A2EAA-ED45-4693-97DB-9D393018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负责人待办</a:t>
            </a:r>
          </a:p>
        </p:txBody>
      </p:sp>
      <p:sp>
        <p:nvSpPr>
          <p:cNvPr id="31" name="module-step-6">
            <a:extLst xmlns:a="http://schemas.openxmlformats.org/drawingml/2006/main">
              <a:ext uri="{FF2B5EF4-FFF2-40B4-BE49-F238E27FC236}">
                <a16:creationId xmlns:a16="http://schemas.microsoft.com/office/drawing/2014/main" id="{50DD68A8-58C3-4450-AE9A-ABFCDA81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2" name="module-index-6">
            <a:extLst xmlns:a="http://schemas.openxmlformats.org/drawingml/2006/main">
              <a:ext uri="{FF2B5EF4-FFF2-40B4-BE49-F238E27FC236}">
                <a16:creationId xmlns:a16="http://schemas.microsoft.com/office/drawing/2014/main" id="{01949D23-19DA-4FD4-BA24-C540B27A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module-label-6">
            <a:extLst xmlns:a="http://schemas.openxmlformats.org/drawingml/2006/main">
              <a:ext uri="{FF2B5EF4-FFF2-40B4-BE49-F238E27FC236}">
                <a16:creationId xmlns:a16="http://schemas.microsoft.com/office/drawing/2014/main" id="{A37BF893-2779-4FA4-944D-644531D5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状态与纠正</a:t>
            </a:r>
          </a:p>
        </p:txBody>
      </p:sp>
      <p:sp>
        <p:nvSpPr>
          <p:cNvPr id="34" name="module-boundary">
            <a:extLst xmlns:a="http://schemas.openxmlformats.org/drawingml/2006/main">
              <a:ext uri="{FF2B5EF4-FFF2-40B4-BE49-F238E27FC236}">
                <a16:creationId xmlns:a16="http://schemas.microsoft.com/office/drawing/2014/main" id="{5ECD7DA9-4D45-46BC-AB4C-89292274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5" name="module-boundary-bar">
            <a:extLst xmlns:a="http://schemas.openxmlformats.org/drawingml/2006/main">
              <a:ext uri="{FF2B5EF4-FFF2-40B4-BE49-F238E27FC236}">
                <a16:creationId xmlns:a16="http://schemas.microsoft.com/office/drawing/2014/main" id="{3ECE9D80-FF56-4976-A259-71D582B1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AE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36" name="module-note">
            <a:extLst xmlns:a="http://schemas.openxmlformats.org/drawingml/2006/main">
              <a:ext uri="{FF2B5EF4-FFF2-40B4-BE49-F238E27FC236}">
                <a16:creationId xmlns:a16="http://schemas.microsoft.com/office/drawing/2014/main" id="{B6683A6D-ECE7-45FD-9A67-5AED2E78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未经人工确认不得创建负责人待办；确认成功与待办创建成功分开记录。</a:t>
            </a:r>
          </a:p>
        </p:txBody>
      </p:sp>
      <p:sp>
        <p:nvSpPr>
          <p:cNvPr id="37" name="footer-note-20">
            <a:extLst xmlns:a="http://schemas.openxmlformats.org/drawingml/2006/main">
              <a:ext uri="{FF2B5EF4-FFF2-40B4-BE49-F238E27FC236}">
                <a16:creationId xmlns:a16="http://schemas.microsoft.com/office/drawing/2014/main" id="{496C8276-5D13-4860-B252-B50B36F4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决策中心｜模块拥有自己的资源与状态边界</a:t>
            </a:r>
          </a:p>
        </p:txBody>
      </p:sp>
      <p:sp>
        <p:nvSpPr>
          <p:cNvPr id="38" name="footer-page-20">
            <a:extLst xmlns:a="http://schemas.openxmlformats.org/drawingml/2006/main">
              <a:ext uri="{FF2B5EF4-FFF2-40B4-BE49-F238E27FC236}">
                <a16:creationId xmlns:a16="http://schemas.microsoft.com/office/drawing/2014/main" id="{B63FF05B-331D-48EA-9004-B0DE300D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d8d890c514d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468df371049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21">
            <a:extLst xmlns:a="http://schemas.openxmlformats.org/drawingml/2006/main">
              <a:ext uri="{FF2B5EF4-FFF2-40B4-BE49-F238E27FC236}">
                <a16:creationId xmlns:a16="http://schemas.microsoft.com/office/drawing/2014/main" id="{B4965B0E-6869-42B8-A9EB-7768C774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应用架构</a:t>
            </a:r>
          </a:p>
        </p:txBody>
      </p:sp>
      <p:sp>
        <p:nvSpPr>
          <p:cNvPr id="4" name="title-21">
            <a:extLst xmlns:a="http://schemas.openxmlformats.org/drawingml/2006/main">
              <a:ext uri="{FF2B5EF4-FFF2-40B4-BE49-F238E27FC236}">
                <a16:creationId xmlns:a16="http://schemas.microsoft.com/office/drawing/2014/main" id="{AB84E008-B79B-44C3-AD74-FCCAED53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六个模块重新组合成完整应用架构</a:t>
            </a:r>
          </a:p>
        </p:txBody>
      </p:sp>
      <p:sp>
        <p:nvSpPr>
          <p:cNvPr id="5" name="title-rule-21">
            <a:extLst xmlns:a="http://schemas.openxmlformats.org/drawingml/2006/main">
              <a:ext uri="{FF2B5EF4-FFF2-40B4-BE49-F238E27FC236}">
                <a16:creationId xmlns:a16="http://schemas.microsoft.com/office/drawing/2014/main" id="{1BD40D39-C8EB-4289-81FE-50D9515F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arch-layer-1">
            <a:extLst xmlns:a="http://schemas.openxmlformats.org/drawingml/2006/main">
              <a:ext uri="{FF2B5EF4-FFF2-40B4-BE49-F238E27FC236}">
                <a16:creationId xmlns:a16="http://schemas.microsoft.com/office/drawing/2014/main" id="{0B79C7B4-C604-4516-A99D-AC4E7FF0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12776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7" name="arch-label-bg-1">
            <a:extLst xmlns:a="http://schemas.openxmlformats.org/drawingml/2006/main">
              <a:ext uri="{FF2B5EF4-FFF2-40B4-BE49-F238E27FC236}">
                <a16:creationId xmlns:a16="http://schemas.microsoft.com/office/drawing/2014/main" id="{62CDC764-B645-4FC9-8A07-A66959F6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6002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8" name="arch-label-1">
            <a:extLst xmlns:a="http://schemas.openxmlformats.org/drawingml/2006/main">
              <a:ext uri="{FF2B5EF4-FFF2-40B4-BE49-F238E27FC236}">
                <a16:creationId xmlns:a16="http://schemas.microsoft.com/office/drawing/2014/main" id="{62E0A05B-7C3B-492F-9E61-B793615B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消费与呈现</a:t>
            </a:r>
          </a:p>
        </p:txBody>
      </p:sp>
      <p:sp>
        <p:nvSpPr>
          <p:cNvPr id="9" name="arch-mod-1-1">
            <a:extLst xmlns:a="http://schemas.openxmlformats.org/drawingml/2006/main">
              <a:ext uri="{FF2B5EF4-FFF2-40B4-BE49-F238E27FC236}">
                <a16:creationId xmlns:a16="http://schemas.microsoft.com/office/drawing/2014/main" id="{CEEAD48E-56FC-4A55-8DF0-58005D9E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智能问数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A7423-98E4-416D-9C6A-DE25E611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098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1" name="arch-mod-1-2">
            <a:extLst xmlns:a="http://schemas.openxmlformats.org/drawingml/2006/main">
              <a:ext uri="{FF2B5EF4-FFF2-40B4-BE49-F238E27FC236}">
                <a16:creationId xmlns:a16="http://schemas.microsoft.com/office/drawing/2014/main" id="{633761DD-AF7A-4FBD-9A76-5C2AF4A2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Agent 应用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8E71A-19C1-4755-833F-0D4362B6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3" name="arch-mod-1-3">
            <a:extLst xmlns:a="http://schemas.openxmlformats.org/drawingml/2006/main">
              <a:ext uri="{FF2B5EF4-FFF2-40B4-BE49-F238E27FC236}">
                <a16:creationId xmlns:a16="http://schemas.microsoft.com/office/drawing/2014/main" id="{B1A31D69-0BB9-41E4-B828-4BE9B693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报告中心</a:t>
            </a:r>
          </a:p>
        </p:txBody>
      </p:sp>
      <p:sp>
        <p:nvSpPr>
          <p:cNvPr id="14" name="arch-layer-2">
            <a:extLst xmlns:a="http://schemas.openxmlformats.org/drawingml/2006/main">
              <a:ext uri="{FF2B5EF4-FFF2-40B4-BE49-F238E27FC236}">
                <a16:creationId xmlns:a16="http://schemas.microsoft.com/office/drawing/2014/main" id="{6C6D37D7-53BD-4623-8550-BBB9C8D1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112776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5" name="arch-label-bg-2">
            <a:extLst xmlns:a="http://schemas.openxmlformats.org/drawingml/2006/main">
              <a:ext uri="{FF2B5EF4-FFF2-40B4-BE49-F238E27FC236}">
                <a16:creationId xmlns:a16="http://schemas.microsoft.com/office/drawing/2014/main" id="{E6474DE9-692C-4080-942C-7AEE0D2B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16002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6" name="arch-label-2">
            <a:extLst xmlns:a="http://schemas.openxmlformats.org/drawingml/2006/main">
              <a:ext uri="{FF2B5EF4-FFF2-40B4-BE49-F238E27FC236}">
                <a16:creationId xmlns:a16="http://schemas.microsoft.com/office/drawing/2014/main" id="{1D526687-B5B0-4074-98D5-DBDCC2B4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决策与行动</a:t>
            </a:r>
          </a:p>
        </p:txBody>
      </p:sp>
      <p:sp>
        <p:nvSpPr>
          <p:cNvPr id="17" name="arch-mod-2-1">
            <a:extLst xmlns:a="http://schemas.openxmlformats.org/drawingml/2006/main">
              <a:ext uri="{FF2B5EF4-FFF2-40B4-BE49-F238E27FC236}">
                <a16:creationId xmlns:a16="http://schemas.microsoft.com/office/drawing/2014/main" id="{2FDF10F0-756C-41E8-9115-EEF6839B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289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决策中心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C56BA-C9AD-42FB-A117-1B009CAB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9" name="arch-mod-2-2">
            <a:extLst xmlns:a="http://schemas.openxmlformats.org/drawingml/2006/main">
              <a:ext uri="{FF2B5EF4-FFF2-40B4-BE49-F238E27FC236}">
                <a16:creationId xmlns:a16="http://schemas.microsoft.com/office/drawing/2014/main" id="{C7397E8B-157A-4808-B651-BA8DFE0E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289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Action 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E96FB-680C-433E-93A2-3DC3E320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480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1" name="arch-mod-2-3">
            <a:extLst xmlns:a="http://schemas.openxmlformats.org/drawingml/2006/main">
              <a:ext uri="{FF2B5EF4-FFF2-40B4-BE49-F238E27FC236}">
                <a16:creationId xmlns:a16="http://schemas.microsoft.com/office/drawing/2014/main" id="{9A997A66-6795-40D4-BA70-E34B79A4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人工确认 / 待办</a:t>
            </a:r>
          </a:p>
        </p:txBody>
      </p:sp>
      <p:sp>
        <p:nvSpPr>
          <p:cNvPr id="22" name="arch-layer-3">
            <a:extLst xmlns:a="http://schemas.openxmlformats.org/drawingml/2006/main">
              <a:ext uri="{FF2B5EF4-FFF2-40B4-BE49-F238E27FC236}">
                <a16:creationId xmlns:a16="http://schemas.microsoft.com/office/drawing/2014/main" id="{80DE3B19-BBDA-4346-8C8B-961FEF7C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12776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23" name="arch-label-bg-3">
            <a:extLst xmlns:a="http://schemas.openxmlformats.org/drawingml/2006/main">
              <a:ext uri="{FF2B5EF4-FFF2-40B4-BE49-F238E27FC236}">
                <a16:creationId xmlns:a16="http://schemas.microsoft.com/office/drawing/2014/main" id="{C8E60FE2-2821-46EB-BD11-18579AEA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6002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315FAE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24" name="arch-label-3">
            <a:extLst xmlns:a="http://schemas.openxmlformats.org/drawingml/2006/main">
              <a:ext uri="{FF2B5EF4-FFF2-40B4-BE49-F238E27FC236}">
                <a16:creationId xmlns:a16="http://schemas.microsoft.com/office/drawing/2014/main" id="{96A10F49-5A8D-4D2D-95C3-7C35C5C7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业务语义</a:t>
            </a:r>
          </a:p>
        </p:txBody>
      </p:sp>
      <p:sp>
        <p:nvSpPr>
          <p:cNvPr id="25" name="arch-mod-3-1">
            <a:extLst xmlns:a="http://schemas.openxmlformats.org/drawingml/2006/main">
              <a:ext uri="{FF2B5EF4-FFF2-40B4-BE49-F238E27FC236}">
                <a16:creationId xmlns:a16="http://schemas.microsoft.com/office/drawing/2014/main" id="{1560BAA5-7C77-4BD9-B880-50AA52C1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671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本体管理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D87140-B2D3-4062-946E-9A86FD88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862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7" name="arch-mod-3-2">
            <a:extLst xmlns:a="http://schemas.openxmlformats.org/drawingml/2006/main">
              <a:ext uri="{FF2B5EF4-FFF2-40B4-BE49-F238E27FC236}">
                <a16:creationId xmlns:a16="http://schemas.microsoft.com/office/drawing/2014/main" id="{67FB11A9-B105-45CC-937A-4F20F54A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671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Object / Link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C92655-0B76-40F8-8026-905E0175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862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9" name="arch-mod-3-3">
            <a:extLst xmlns:a="http://schemas.openxmlformats.org/drawingml/2006/main">
              <a:ext uri="{FF2B5EF4-FFF2-40B4-BE49-F238E27FC236}">
                <a16:creationId xmlns:a16="http://schemas.microsoft.com/office/drawing/2014/main" id="{6E7DED37-2ABA-44EB-A592-F696F012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671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Metric / Rule / Action Type</a:t>
            </a:r>
          </a:p>
        </p:txBody>
      </p:sp>
      <p:sp>
        <p:nvSpPr>
          <p:cNvPr id="30" name="arch-layer-4">
            <a:extLst xmlns:a="http://schemas.openxmlformats.org/drawingml/2006/main">
              <a:ext uri="{FF2B5EF4-FFF2-40B4-BE49-F238E27FC236}">
                <a16:creationId xmlns:a16="http://schemas.microsoft.com/office/drawing/2014/main" id="{8541981F-315A-4F13-8C3F-CEE05BBB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12776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1" name="arch-label-bg-4">
            <a:extLst xmlns:a="http://schemas.openxmlformats.org/drawingml/2006/main">
              <a:ext uri="{FF2B5EF4-FFF2-40B4-BE49-F238E27FC236}">
                <a16:creationId xmlns:a16="http://schemas.microsoft.com/office/drawing/2014/main" id="{C851A6F6-40DC-4E95-9EC1-C9CB1C7B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6002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2" name="arch-label-4">
            <a:extLst xmlns:a="http://schemas.openxmlformats.org/drawingml/2006/main">
              <a:ext uri="{FF2B5EF4-FFF2-40B4-BE49-F238E27FC236}">
                <a16:creationId xmlns:a16="http://schemas.microsoft.com/office/drawing/2014/main" id="{0EEA0CE2-C157-472D-BB2A-D342F5A0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数据基础</a:t>
            </a:r>
          </a:p>
        </p:txBody>
      </p:sp>
      <p:sp>
        <p:nvSpPr>
          <p:cNvPr id="33" name="arch-mod-4-1">
            <a:extLst xmlns:a="http://schemas.openxmlformats.org/drawingml/2006/main">
              <a:ext uri="{FF2B5EF4-FFF2-40B4-BE49-F238E27FC236}">
                <a16:creationId xmlns:a16="http://schemas.microsoft.com/office/drawing/2014/main" id="{01585450-CA9A-473C-A65F-F2669CD7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053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数据工程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CA0173-42DF-4DB5-8DCE-8D359F61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244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5" name="arch-mod-4-2">
            <a:extLst xmlns:a="http://schemas.openxmlformats.org/drawingml/2006/main">
              <a:ext uri="{FF2B5EF4-FFF2-40B4-BE49-F238E27FC236}">
                <a16:creationId xmlns:a16="http://schemas.microsoft.com/office/drawing/2014/main" id="{C695BDC9-4CC6-494B-B903-8922C36D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053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T007 / T008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6771A4-172A-4698-B9C7-6D5B99D6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244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37" name="arch-mod-4-3">
            <a:extLst xmlns:a="http://schemas.openxmlformats.org/drawingml/2006/main">
              <a:ext uri="{FF2B5EF4-FFF2-40B4-BE49-F238E27FC236}">
                <a16:creationId xmlns:a16="http://schemas.microsoft.com/office/drawing/2014/main" id="{C0C89255-4117-4FAE-AE9C-31B2CEBA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053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来源 / 质量 / 版本</a:t>
            </a:r>
          </a:p>
        </p:txBody>
      </p:sp>
      <p:sp>
        <p:nvSpPr>
          <p:cNvPr id="38" name="footer-note-21">
            <a:extLst xmlns:a="http://schemas.openxmlformats.org/drawingml/2006/main">
              <a:ext uri="{FF2B5EF4-FFF2-40B4-BE49-F238E27FC236}">
                <a16:creationId xmlns:a16="http://schemas.microsoft.com/office/drawing/2014/main" id="{27A7163B-F391-46B5-9923-0900ADA7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数据版本、语义版本、报告版本和运行状态分别拥有 Owner，不合并成“一个版本”</a:t>
            </a:r>
          </a:p>
        </p:txBody>
      </p:sp>
      <p:sp>
        <p:nvSpPr>
          <p:cNvPr id="39" name="footer-page-21">
            <a:extLst xmlns:a="http://schemas.openxmlformats.org/drawingml/2006/main">
              <a:ext uri="{FF2B5EF4-FFF2-40B4-BE49-F238E27FC236}">
                <a16:creationId xmlns:a16="http://schemas.microsoft.com/office/drawing/2014/main" id="{7CD73279-B36D-4FEC-8427-725372FC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12756fb9b4f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33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346c8147646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22">
            <a:extLst xmlns:a="http://schemas.openxmlformats.org/drawingml/2006/main">
              <a:ext uri="{FF2B5EF4-FFF2-40B4-BE49-F238E27FC236}">
                <a16:creationId xmlns:a16="http://schemas.microsoft.com/office/drawing/2014/main" id="{98C54BF1-F70C-4730-BAFF-6915886A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首个闭环场景</a:t>
            </a:r>
          </a:p>
        </p:txBody>
      </p:sp>
      <p:sp>
        <p:nvSpPr>
          <p:cNvPr id="4" name="title-22">
            <a:extLst xmlns:a="http://schemas.openxmlformats.org/drawingml/2006/main">
              <a:ext uri="{FF2B5EF4-FFF2-40B4-BE49-F238E27FC236}">
                <a16:creationId xmlns:a16="http://schemas.microsoft.com/office/drawing/2014/main" id="{882D6DF1-0894-4FC0-8D81-5EFBD0A6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S001 目标链路包括规则命中、机构归因、人工确认和待办</a:t>
            </a:r>
          </a:p>
        </p:txBody>
      </p:sp>
      <p:sp>
        <p:nvSpPr>
          <p:cNvPr id="5" name="title-rule-22">
            <a:extLst xmlns:a="http://schemas.openxmlformats.org/drawingml/2006/main">
              <a:ext uri="{FF2B5EF4-FFF2-40B4-BE49-F238E27FC236}">
                <a16:creationId xmlns:a16="http://schemas.microsoft.com/office/drawing/2014/main" id="{2B3A8A3C-109F-49CB-BBB4-3C4E1E66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s001-edge-1">
            <a:extLst xmlns:a="http://schemas.openxmlformats.org/drawingml/2006/main">
              <a:ext uri="{FF2B5EF4-FFF2-40B4-BE49-F238E27FC236}">
                <a16:creationId xmlns:a16="http://schemas.microsoft.com/office/drawing/2014/main" id="{BC5E294B-B8D6-4D1D-8791-BC4744E0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76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7" name="s001-edge-1-arrowhead">
            <a:extLst xmlns:a="http://schemas.openxmlformats.org/drawingml/2006/main">
              <a:ext uri="{FF2B5EF4-FFF2-40B4-BE49-F238E27FC236}">
                <a16:creationId xmlns:a16="http://schemas.microsoft.com/office/drawing/2014/main" id="{81E9E919-AF10-4CD9-8110-B9C32041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90750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8" name="s001-edge-2">
            <a:extLst xmlns:a="http://schemas.openxmlformats.org/drawingml/2006/main">
              <a:ext uri="{FF2B5EF4-FFF2-40B4-BE49-F238E27FC236}">
                <a16:creationId xmlns:a16="http://schemas.microsoft.com/office/drawing/2014/main" id="{2042D3D7-80D5-486A-AAE6-DE76611C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76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9" name="s001-edge-2-arrowhead">
            <a:extLst xmlns:a="http://schemas.openxmlformats.org/drawingml/2006/main">
              <a:ext uri="{FF2B5EF4-FFF2-40B4-BE49-F238E27FC236}">
                <a16:creationId xmlns:a16="http://schemas.microsoft.com/office/drawing/2014/main" id="{CFF34A80-1FF4-4871-97A9-B60019F5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76700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0" name="s001-edge-3">
            <a:extLst xmlns:a="http://schemas.openxmlformats.org/drawingml/2006/main">
              <a:ext uri="{FF2B5EF4-FFF2-40B4-BE49-F238E27FC236}">
                <a16:creationId xmlns:a16="http://schemas.microsoft.com/office/drawing/2014/main" id="{0781D42B-C8ED-4ADB-85C8-75E587CA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76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1" name="s001-edge-3-arrowhead">
            <a:extLst xmlns:a="http://schemas.openxmlformats.org/drawingml/2006/main">
              <a:ext uri="{FF2B5EF4-FFF2-40B4-BE49-F238E27FC236}">
                <a16:creationId xmlns:a16="http://schemas.microsoft.com/office/drawing/2014/main" id="{8642E629-9EDF-44A9-9B1E-3CA48547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62650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2" name="s001-edge-4">
            <a:extLst xmlns:a="http://schemas.openxmlformats.org/drawingml/2006/main">
              <a:ext uri="{FF2B5EF4-FFF2-40B4-BE49-F238E27FC236}">
                <a16:creationId xmlns:a16="http://schemas.microsoft.com/office/drawing/2014/main" id="{50691DE3-03E1-46ED-8757-90BA9489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76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3" name="s001-edge-4-arrowhead">
            <a:extLst xmlns:a="http://schemas.openxmlformats.org/drawingml/2006/main">
              <a:ext uri="{FF2B5EF4-FFF2-40B4-BE49-F238E27FC236}">
                <a16:creationId xmlns:a16="http://schemas.microsoft.com/office/drawing/2014/main" id="{817B9C85-5E41-4E34-97D1-B81E8BE4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48600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4" name="s001-edge-5">
            <a:extLst xmlns:a="http://schemas.openxmlformats.org/drawingml/2006/main">
              <a:ext uri="{FF2B5EF4-FFF2-40B4-BE49-F238E27FC236}">
                <a16:creationId xmlns:a16="http://schemas.microsoft.com/office/drawing/2014/main" id="{E308CDD7-BD1A-4F19-9E87-644B909A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76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FE8"/>
            </a:solidFill>
            <a:prstDash val="solid"/>
          </a:ln>
        </p:spPr>
      </p:sp>
      <p:sp>
        <p:nvSpPr>
          <p:cNvPr id="15" name="s001-edge-5-arrowhead">
            <a:extLst xmlns:a="http://schemas.openxmlformats.org/drawingml/2006/main">
              <a:ext uri="{FF2B5EF4-FFF2-40B4-BE49-F238E27FC236}">
                <a16:creationId xmlns:a16="http://schemas.microsoft.com/office/drawing/2014/main" id="{20EFE2EF-E696-4D16-AF2D-07B6381A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734550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FE8"/>
          </a:solidFill>
          <a:ln xmlns:a="http://schemas.openxmlformats.org/drawingml/2006/main" w="0">
            <a:solidFill>
              <a:srgbClr val="D8DFE8"/>
            </a:solidFill>
            <a:prstDash val="solid"/>
          </a:ln>
        </p:spPr>
      </p:sp>
      <p:sp>
        <p:nvSpPr>
          <p:cNvPr id="16" name="s001-node-1">
            <a:extLst xmlns:a="http://schemas.openxmlformats.org/drawingml/2006/main">
              <a:ext uri="{FF2B5EF4-FFF2-40B4-BE49-F238E27FC236}">
                <a16:creationId xmlns:a16="http://schemas.microsoft.com/office/drawing/2014/main" id="{7B0E2BD0-19AD-42A9-9727-E2D8119E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43200"/>
            <a:ext cx="14287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7" name="s001-label-1">
            <a:extLst xmlns:a="http://schemas.openxmlformats.org/drawingml/2006/main">
              <a:ext uri="{FF2B5EF4-FFF2-40B4-BE49-F238E27FC236}">
                <a16:creationId xmlns:a16="http://schemas.microsoft.com/office/drawing/2014/main" id="{ECE26AAF-E1F9-424C-B063-54792E1F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融资数据</a:t>
            </a:r>
          </a:p>
        </p:txBody>
      </p:sp>
      <p:sp>
        <p:nvSpPr>
          <p:cNvPr id="18" name="s001-node-2">
            <a:extLst xmlns:a="http://schemas.openxmlformats.org/drawingml/2006/main">
              <a:ext uri="{FF2B5EF4-FFF2-40B4-BE49-F238E27FC236}">
                <a16:creationId xmlns:a16="http://schemas.microsoft.com/office/drawing/2014/main" id="{A80C8DD3-F172-4885-9BBD-18A87FDA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43200"/>
            <a:ext cx="14287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9" name="s001-label-2">
            <a:extLst xmlns:a="http://schemas.openxmlformats.org/drawingml/2006/main">
              <a:ext uri="{FF2B5EF4-FFF2-40B4-BE49-F238E27FC236}">
                <a16:creationId xmlns:a16="http://schemas.microsoft.com/office/drawing/2014/main" id="{6B1FB0B9-8532-4768-98AE-0A2ABE8D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对象与关系</a:t>
            </a:r>
          </a:p>
        </p:txBody>
      </p:sp>
      <p:sp>
        <p:nvSpPr>
          <p:cNvPr id="20" name="s001-node-3">
            <a:extLst xmlns:a="http://schemas.openxmlformats.org/drawingml/2006/main">
              <a:ext uri="{FF2B5EF4-FFF2-40B4-BE49-F238E27FC236}">
                <a16:creationId xmlns:a16="http://schemas.microsoft.com/office/drawing/2014/main" id="{13A8B383-F64E-481A-8FEF-84448907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43200"/>
            <a:ext cx="14287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1" name="s001-label-3">
            <a:extLst xmlns:a="http://schemas.openxmlformats.org/drawingml/2006/main">
              <a:ext uri="{FF2B5EF4-FFF2-40B4-BE49-F238E27FC236}">
                <a16:creationId xmlns:a16="http://schemas.microsoft.com/office/drawing/2014/main" id="{ECF1D70A-5E08-4EC1-AB19-FCC85D03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Metric / Rule</a:t>
            </a:r>
          </a:p>
        </p:txBody>
      </p:sp>
      <p:sp>
        <p:nvSpPr>
          <p:cNvPr id="22" name="s001-node-4">
            <a:extLst xmlns:a="http://schemas.openxmlformats.org/drawingml/2006/main">
              <a:ext uri="{FF2B5EF4-FFF2-40B4-BE49-F238E27FC236}">
                <a16:creationId xmlns:a16="http://schemas.microsoft.com/office/drawing/2014/main" id="{C6360AFA-7B70-46CC-829A-500F14C2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43200"/>
            <a:ext cx="14287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23" name="s001-label-4">
            <a:extLst xmlns:a="http://schemas.openxmlformats.org/drawingml/2006/main">
              <a:ext uri="{FF2B5EF4-FFF2-40B4-BE49-F238E27FC236}">
                <a16:creationId xmlns:a16="http://schemas.microsoft.com/office/drawing/2014/main" id="{E6C10946-005A-4DD2-8A6A-A31C7141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Action Request</a:t>
            </a:r>
          </a:p>
        </p:txBody>
      </p:sp>
      <p:sp>
        <p:nvSpPr>
          <p:cNvPr id="24" name="s001-node-5">
            <a:extLst xmlns:a="http://schemas.openxmlformats.org/drawingml/2006/main">
              <a:ext uri="{FF2B5EF4-FFF2-40B4-BE49-F238E27FC236}">
                <a16:creationId xmlns:a16="http://schemas.microsoft.com/office/drawing/2014/main" id="{9D658787-514C-4B9D-8FC9-13EC6BC1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14287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25" name="s001-label-5">
            <a:extLst xmlns:a="http://schemas.openxmlformats.org/drawingml/2006/main">
              <a:ext uri="{FF2B5EF4-FFF2-40B4-BE49-F238E27FC236}">
                <a16:creationId xmlns:a16="http://schemas.microsoft.com/office/drawing/2014/main" id="{78F7C9D1-7B39-42A3-AF6E-C04068E4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人工确认</a:t>
            </a:r>
          </a:p>
        </p:txBody>
      </p:sp>
      <p:sp>
        <p:nvSpPr>
          <p:cNvPr id="26" name="s001-node-6">
            <a:extLst xmlns:a="http://schemas.openxmlformats.org/drawingml/2006/main">
              <a:ext uri="{FF2B5EF4-FFF2-40B4-BE49-F238E27FC236}">
                <a16:creationId xmlns:a16="http://schemas.microsoft.com/office/drawing/2014/main" id="{69E46E6A-EABC-4ACA-8936-5A9F924F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43200"/>
            <a:ext cx="14287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27" name="s001-label-6">
            <a:extLst xmlns:a="http://schemas.openxmlformats.org/drawingml/2006/main">
              <a:ext uri="{FF2B5EF4-FFF2-40B4-BE49-F238E27FC236}">
                <a16:creationId xmlns:a16="http://schemas.microsoft.com/office/drawing/2014/main" id="{BE60501E-4CF4-4585-816A-CD092B34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负责人待办</a:t>
            </a:r>
          </a:p>
        </p:txBody>
      </p:sp>
      <p:sp>
        <p:nvSpPr>
          <p:cNvPr id="28" name="s001-target">
            <a:extLst xmlns:a="http://schemas.openxmlformats.org/drawingml/2006/main">
              <a:ext uri="{FF2B5EF4-FFF2-40B4-BE49-F238E27FC236}">
                <a16:creationId xmlns:a16="http://schemas.microsoft.com/office/drawing/2014/main" id="{C59C666F-937E-4E08-B7C8-D6909F61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一期目标链路</a:t>
            </a:r>
          </a:p>
        </p:txBody>
      </p:sp>
      <p:sp>
        <p:nvSpPr>
          <p:cNvPr id="29" name="s001-boundary">
            <a:extLst xmlns:a="http://schemas.openxmlformats.org/drawingml/2006/main">
              <a:ext uri="{FF2B5EF4-FFF2-40B4-BE49-F238E27FC236}">
                <a16:creationId xmlns:a16="http://schemas.microsoft.com/office/drawing/2014/main" id="{335B9B79-189A-4E93-820F-351353F7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33900"/>
            <a:ext cx="811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真实运行、联调和验收证据仍待补齐；本页不表示链路已经上线或通过验收。</a:t>
            </a:r>
          </a:p>
        </p:txBody>
      </p:sp>
      <p:sp>
        <p:nvSpPr>
          <p:cNvPr id="30" name="footer-note-22">
            <a:extLst xmlns:a="http://schemas.openxmlformats.org/drawingml/2006/main">
              <a:ext uri="{FF2B5EF4-FFF2-40B4-BE49-F238E27FC236}">
                <a16:creationId xmlns:a16="http://schemas.microsoft.com/office/drawing/2014/main" id="{05C62C58-3CFE-41FC-90EA-BFF3B6C5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融资主体、融资明细、金融机构和负责人使用同一组业务定义</a:t>
            </a:r>
          </a:p>
        </p:txBody>
      </p:sp>
      <p:sp>
        <p:nvSpPr>
          <p:cNvPr id="31" name="footer-page-22">
            <a:extLst xmlns:a="http://schemas.openxmlformats.org/drawingml/2006/main">
              <a:ext uri="{FF2B5EF4-FFF2-40B4-BE49-F238E27FC236}">
                <a16:creationId xmlns:a16="http://schemas.microsoft.com/office/drawing/2014/main" id="{189747A0-FADC-4C63-AF9C-3CB3AE56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d19835d1349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5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9b312621447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23">
            <a:extLst xmlns:a="http://schemas.openxmlformats.org/drawingml/2006/main">
              <a:ext uri="{FF2B5EF4-FFF2-40B4-BE49-F238E27FC236}">
                <a16:creationId xmlns:a16="http://schemas.microsoft.com/office/drawing/2014/main" id="{B0503CC2-3744-426D-B07D-04F84A8A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场景扩展</a:t>
            </a:r>
          </a:p>
        </p:txBody>
      </p:sp>
      <p:sp>
        <p:nvSpPr>
          <p:cNvPr id="4" name="title-23">
            <a:extLst xmlns:a="http://schemas.openxmlformats.org/drawingml/2006/main">
              <a:ext uri="{FF2B5EF4-FFF2-40B4-BE49-F238E27FC236}">
                <a16:creationId xmlns:a16="http://schemas.microsoft.com/office/drawing/2014/main" id="{8A49055B-723E-41C3-AB93-1A4F237F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同一旅程方法将按场景成熟度扩展</a:t>
            </a:r>
          </a:p>
        </p:txBody>
      </p:sp>
      <p:sp>
        <p:nvSpPr>
          <p:cNvPr id="5" name="title-rule-23">
            <a:extLst xmlns:a="http://schemas.openxmlformats.org/drawingml/2006/main">
              <a:ext uri="{FF2B5EF4-FFF2-40B4-BE49-F238E27FC236}">
                <a16:creationId xmlns:a16="http://schemas.microsoft.com/office/drawing/2014/main" id="{503503B7-53E9-4F28-BBCB-F36C0838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scenario-code-1">
            <a:extLst xmlns:a="http://schemas.openxmlformats.org/drawingml/2006/main">
              <a:ext uri="{FF2B5EF4-FFF2-40B4-BE49-F238E27FC236}">
                <a16:creationId xmlns:a16="http://schemas.microsoft.com/office/drawing/2014/main" id="{6EE8E127-66A9-4101-89AC-6A30C85F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S001</a:t>
            </a:r>
          </a:p>
        </p:txBody>
      </p:sp>
      <p:sp>
        <p:nvSpPr>
          <p:cNvPr id="7" name="scenario-row-1">
            <a:extLst xmlns:a="http://schemas.openxmlformats.org/drawingml/2006/main">
              <a:ext uri="{FF2B5EF4-FFF2-40B4-BE49-F238E27FC236}">
                <a16:creationId xmlns:a16="http://schemas.microsoft.com/office/drawing/2014/main" id="{6938F793-2A60-43F6-AF37-0A012CDA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99060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BF1FA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8" name="scenario-name-1">
            <a:extLst xmlns:a="http://schemas.openxmlformats.org/drawingml/2006/main">
              <a:ext uri="{FF2B5EF4-FFF2-40B4-BE49-F238E27FC236}">
                <a16:creationId xmlns:a16="http://schemas.microsoft.com/office/drawing/2014/main" id="{705DC571-CFB3-45AB-A2DF-CCAAFCE9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098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集团债务风险监控</a:t>
            </a:r>
          </a:p>
        </p:txBody>
      </p:sp>
      <p:sp>
        <p:nvSpPr>
          <p:cNvPr id="9" name="scenario-status-1">
            <a:extLst xmlns:a="http://schemas.openxmlformats.org/drawingml/2006/main">
              <a:ext uri="{FF2B5EF4-FFF2-40B4-BE49-F238E27FC236}">
                <a16:creationId xmlns:a16="http://schemas.microsoft.com/office/drawing/2014/main" id="{5CA3DE38-F0BC-447A-A631-90C81140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520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首个完整闭环建设对象</a:t>
            </a:r>
          </a:p>
        </p:txBody>
      </p:sp>
      <p:sp>
        <p:nvSpPr>
          <p:cNvPr id="10" name="scenario-code-2">
            <a:extLst xmlns:a="http://schemas.openxmlformats.org/drawingml/2006/main">
              <a:ext uri="{FF2B5EF4-FFF2-40B4-BE49-F238E27FC236}">
                <a16:creationId xmlns:a16="http://schemas.microsoft.com/office/drawing/2014/main" id="{D2E91EEC-56B0-4B90-ADB9-D71D6FAB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S002</a:t>
            </a:r>
          </a:p>
        </p:txBody>
      </p:sp>
      <p:sp>
        <p:nvSpPr>
          <p:cNvPr id="11" name="scenario-row-2">
            <a:extLst xmlns:a="http://schemas.openxmlformats.org/drawingml/2006/main">
              <a:ext uri="{FF2B5EF4-FFF2-40B4-BE49-F238E27FC236}">
                <a16:creationId xmlns:a16="http://schemas.microsoft.com/office/drawing/2014/main" id="{EEB5E4DA-1E0C-41A3-8088-2093942E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99060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2" name="scenario-name-2">
            <a:extLst xmlns:a="http://schemas.openxmlformats.org/drawingml/2006/main">
              <a:ext uri="{FF2B5EF4-FFF2-40B4-BE49-F238E27FC236}">
                <a16:creationId xmlns:a16="http://schemas.microsoft.com/office/drawing/2014/main" id="{7CEC42BB-5BAD-4AA2-BC30-8B85D714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861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财务公司贷前报告</a:t>
            </a:r>
          </a:p>
        </p:txBody>
      </p:sp>
      <p:sp>
        <p:nvSpPr>
          <p:cNvPr id="13" name="scenario-status-2">
            <a:extLst xmlns:a="http://schemas.openxmlformats.org/drawingml/2006/main">
              <a:ext uri="{FF2B5EF4-FFF2-40B4-BE49-F238E27FC236}">
                <a16:creationId xmlns:a16="http://schemas.microsoft.com/office/drawing/2014/main" id="{7E812248-5CA2-49B8-82EB-332B43AD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6100"/>
            <a:ext cx="520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稳定入口｜业务资料待补充</a:t>
            </a:r>
          </a:p>
        </p:txBody>
      </p:sp>
      <p:sp>
        <p:nvSpPr>
          <p:cNvPr id="14" name="scenario-code-3">
            <a:extLst xmlns:a="http://schemas.openxmlformats.org/drawingml/2006/main">
              <a:ext uri="{FF2B5EF4-FFF2-40B4-BE49-F238E27FC236}">
                <a16:creationId xmlns:a16="http://schemas.microsoft.com/office/drawing/2014/main" id="{0676E745-69A5-4861-91E0-00A7DC37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B5EA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7B5EA7"/>
                </a:solidFill>
                <a:latin typeface="微软雅黑"/>
                <a:ea typeface="微软雅黑"/>
                <a:cs typeface="微软雅黑"/>
              </a:rPr>
              <a:t>S003</a:t>
            </a:r>
          </a:p>
        </p:txBody>
      </p:sp>
      <p:sp>
        <p:nvSpPr>
          <p:cNvPr id="15" name="scenario-row-3">
            <a:extLst xmlns:a="http://schemas.openxmlformats.org/drawingml/2006/main">
              <a:ext uri="{FF2B5EF4-FFF2-40B4-BE49-F238E27FC236}">
                <a16:creationId xmlns:a16="http://schemas.microsoft.com/office/drawing/2014/main" id="{C5664548-343E-4ED8-B835-1D1DDC14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99060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6" name="scenario-name-3">
            <a:extLst xmlns:a="http://schemas.openxmlformats.org/drawingml/2006/main">
              <a:ext uri="{FF2B5EF4-FFF2-40B4-BE49-F238E27FC236}">
                <a16:creationId xmlns:a16="http://schemas.microsoft.com/office/drawing/2014/main" id="{1B187636-F6D6-4519-9401-34DC7BDD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企业债务风险评估</a:t>
            </a:r>
          </a:p>
        </p:txBody>
      </p:sp>
      <p:sp>
        <p:nvSpPr>
          <p:cNvPr id="17" name="scenario-status-3">
            <a:extLst xmlns:a="http://schemas.openxmlformats.org/drawingml/2006/main">
              <a:ext uri="{FF2B5EF4-FFF2-40B4-BE49-F238E27FC236}">
                <a16:creationId xmlns:a16="http://schemas.microsoft.com/office/drawing/2014/main" id="{FAC24F23-FF04-4C0A-9DB1-185D98DD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520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数据内容已确认｜待受控发布验证</a:t>
            </a:r>
          </a:p>
        </p:txBody>
      </p:sp>
      <p:sp>
        <p:nvSpPr>
          <p:cNvPr id="18" name="scenario-code-4">
            <a:extLst xmlns:a="http://schemas.openxmlformats.org/drawingml/2006/main">
              <a:ext uri="{FF2B5EF4-FFF2-40B4-BE49-F238E27FC236}">
                <a16:creationId xmlns:a16="http://schemas.microsoft.com/office/drawing/2014/main" id="{60A60FC7-F786-46DE-9FE7-C4A69C3D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S004</a:t>
            </a:r>
          </a:p>
        </p:txBody>
      </p:sp>
      <p:sp>
        <p:nvSpPr>
          <p:cNvPr id="19" name="scenario-row-4">
            <a:extLst xmlns:a="http://schemas.openxmlformats.org/drawingml/2006/main">
              <a:ext uri="{FF2B5EF4-FFF2-40B4-BE49-F238E27FC236}">
                <a16:creationId xmlns:a16="http://schemas.microsoft.com/office/drawing/2014/main" id="{223E930C-D075-4502-A11D-AA09EFBA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99060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20" name="scenario-name-4">
            <a:extLst xmlns:a="http://schemas.openxmlformats.org/drawingml/2006/main">
              <a:ext uri="{FF2B5EF4-FFF2-40B4-BE49-F238E27FC236}">
                <a16:creationId xmlns:a16="http://schemas.microsoft.com/office/drawing/2014/main" id="{B27BD5AF-3FB9-48C8-BE77-78C26C78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387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预算管理监督</a:t>
            </a:r>
          </a:p>
        </p:txBody>
      </p:sp>
      <p:sp>
        <p:nvSpPr>
          <p:cNvPr id="21" name="scenario-status-4">
            <a:extLst xmlns:a="http://schemas.openxmlformats.org/drawingml/2006/main">
              <a:ext uri="{FF2B5EF4-FFF2-40B4-BE49-F238E27FC236}">
                <a16:creationId xmlns:a16="http://schemas.microsoft.com/office/drawing/2014/main" id="{EA574E00-7536-442E-B614-13BB6D85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38700"/>
            <a:ext cx="520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稳定入口｜业务资料待补充</a:t>
            </a:r>
          </a:p>
        </p:txBody>
      </p:sp>
      <p:sp>
        <p:nvSpPr>
          <p:cNvPr id="22" name="footer-note-23">
            <a:extLst xmlns:a="http://schemas.openxmlformats.org/drawingml/2006/main">
              <a:ext uri="{FF2B5EF4-FFF2-40B4-BE49-F238E27FC236}">
                <a16:creationId xmlns:a16="http://schemas.microsoft.com/office/drawing/2014/main" id="{10486641-A6FE-4494-8323-B0CF6F6A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S003 完整场景尚未启动；不扩写为评分、Rule、报告或待办已建成</a:t>
            </a:r>
          </a:p>
        </p:txBody>
      </p:sp>
      <p:sp>
        <p:nvSpPr>
          <p:cNvPr id="23" name="footer-page-23">
            <a:extLst xmlns:a="http://schemas.openxmlformats.org/drawingml/2006/main">
              <a:ext uri="{FF2B5EF4-FFF2-40B4-BE49-F238E27FC236}">
                <a16:creationId xmlns:a16="http://schemas.microsoft.com/office/drawing/2014/main" id="{13837F50-11EA-4F71-817D-3598F1E0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97fca4d704e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6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a9bfb6aa04e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24">
            <a:extLst xmlns:a="http://schemas.openxmlformats.org/drawingml/2006/main">
              <a:ext uri="{FF2B5EF4-FFF2-40B4-BE49-F238E27FC236}">
                <a16:creationId xmlns:a16="http://schemas.microsoft.com/office/drawing/2014/main" id="{88DD4D46-F379-4472-A355-4F281F27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5FAE"/>
                </a:solidFill>
                <a:latin typeface="微软雅黑"/>
                <a:ea typeface="微软雅黑"/>
                <a:cs typeface="微软雅黑"/>
              </a:rPr>
              <a:t>项目收束</a:t>
            </a:r>
          </a:p>
        </p:txBody>
      </p:sp>
      <p:sp>
        <p:nvSpPr>
          <p:cNvPr id="4" name="title-24">
            <a:extLst xmlns:a="http://schemas.openxmlformats.org/drawingml/2006/main">
              <a:ext uri="{FF2B5EF4-FFF2-40B4-BE49-F238E27FC236}">
                <a16:creationId xmlns:a16="http://schemas.microsoft.com/office/drawing/2014/main" id="{334E535B-7185-4605-B048-CF4AFAA6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同一对象、同一证据链、由人确认后进入行动</a:t>
            </a:r>
          </a:p>
        </p:txBody>
      </p:sp>
      <p:sp>
        <p:nvSpPr>
          <p:cNvPr id="5" name="title-rule-24">
            <a:extLst xmlns:a="http://schemas.openxmlformats.org/drawingml/2006/main">
              <a:ext uri="{FF2B5EF4-FFF2-40B4-BE49-F238E27FC236}">
                <a16:creationId xmlns:a16="http://schemas.microsoft.com/office/drawing/2014/main" id="{D00598D2-A7B2-4574-B2CB-1401FBBB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6" name="close-circle-1">
            <a:extLst xmlns:a="http://schemas.openxmlformats.org/drawingml/2006/main">
              <a:ext uri="{FF2B5EF4-FFF2-40B4-BE49-F238E27FC236}">
                <a16:creationId xmlns:a16="http://schemas.microsoft.com/office/drawing/2014/main" id="{A6C23253-F112-4975-BC54-1DEB14C7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050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AE"/>
          </a:solidFill>
          <a:ln xmlns:a="http://schemas.openxmlformats.org/drawingml/2006/main" w="9525">
            <a:solidFill>
              <a:srgbClr val="315F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367C2-7B2A-4B5C-B3C8-1CA66F3F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7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AB30DFE3-7B89-4BD3-813F-1C95AD71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813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版本明确</a:t>
            </a:r>
          </a:p>
        </p:txBody>
      </p:sp>
      <p:sp>
        <p:nvSpPr>
          <p:cNvPr id="9" name="close-copy-1">
            <a:extLst xmlns:a="http://schemas.openxmlformats.org/drawingml/2006/main">
              <a:ext uri="{FF2B5EF4-FFF2-40B4-BE49-F238E27FC236}">
                <a16:creationId xmlns:a16="http://schemas.microsoft.com/office/drawing/2014/main" id="{7048A20B-6395-4782-961B-83E1850C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每次消费知道使用哪一版数据与语义</a:t>
            </a:r>
          </a:p>
        </p:txBody>
      </p:sp>
      <p:sp>
        <p:nvSpPr>
          <p:cNvPr id="10" name="close-circle-2">
            <a:extLst xmlns:a="http://schemas.openxmlformats.org/drawingml/2006/main">
              <a:ext uri="{FF2B5EF4-FFF2-40B4-BE49-F238E27FC236}">
                <a16:creationId xmlns:a16="http://schemas.microsoft.com/office/drawing/2014/main" id="{C36938DF-2819-499F-9ED6-51DF6769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789DC-E019-4CDE-B46B-05B55BAF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7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D33D73D4-EA4E-49D9-AEBF-D02E649E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证据可回</a:t>
            </a:r>
          </a:p>
        </p:txBody>
      </p:sp>
      <p:sp>
        <p:nvSpPr>
          <p:cNvPr id="13" name="close-copy-2">
            <a:extLst xmlns:a="http://schemas.openxmlformats.org/drawingml/2006/main">
              <a:ext uri="{FF2B5EF4-FFF2-40B4-BE49-F238E27FC236}">
                <a16:creationId xmlns:a16="http://schemas.microsoft.com/office/drawing/2014/main" id="{57A58422-AC37-46C0-885A-F7039755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195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结论能够回到主体、时点、口径和来源</a:t>
            </a:r>
          </a:p>
        </p:txBody>
      </p:sp>
      <p:sp>
        <p:nvSpPr>
          <p:cNvPr id="14" name="close-circle-3">
            <a:extLst xmlns:a="http://schemas.openxmlformats.org/drawingml/2006/main">
              <a:ext uri="{FF2B5EF4-FFF2-40B4-BE49-F238E27FC236}">
                <a16:creationId xmlns:a16="http://schemas.microsoft.com/office/drawing/2014/main" id="{E2969502-6A79-4CC0-AD89-851E90C2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050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2BB82-320B-4384-B762-9C76577A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close-label-3">
            <a:extLst xmlns:a="http://schemas.openxmlformats.org/drawingml/2006/main">
              <a:ext uri="{FF2B5EF4-FFF2-40B4-BE49-F238E27FC236}">
                <a16:creationId xmlns:a16="http://schemas.microsoft.com/office/drawing/2014/main" id="{A4E7B129-B4A0-41FF-903A-F44C27B6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人工把关</a:t>
            </a:r>
          </a:p>
        </p:txBody>
      </p:sp>
      <p:sp>
        <p:nvSpPr>
          <p:cNvPr id="17" name="close-copy-3">
            <a:extLst xmlns:a="http://schemas.openxmlformats.org/drawingml/2006/main">
              <a:ext uri="{FF2B5EF4-FFF2-40B4-BE49-F238E27FC236}">
                <a16:creationId xmlns:a16="http://schemas.microsoft.com/office/drawing/2014/main" id="{5C7F0721-E1A7-4556-8FD6-66346EEB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建议经过授权的人确认后才进入行动</a:t>
            </a:r>
          </a:p>
        </p:txBody>
      </p:sp>
      <p:sp>
        <p:nvSpPr>
          <p:cNvPr id="18" name="close-circle-4">
            <a:extLst xmlns:a="http://schemas.openxmlformats.org/drawingml/2006/main">
              <a:ext uri="{FF2B5EF4-FFF2-40B4-BE49-F238E27FC236}">
                <a16:creationId xmlns:a16="http://schemas.microsoft.com/office/drawing/2014/main" id="{631F63A7-F717-4078-9692-8EA0719B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050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C0A8E0-4EAC-4361-8B1A-58B7C1AB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7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close-label-4">
            <a:extLst xmlns:a="http://schemas.openxmlformats.org/drawingml/2006/main">
              <a:ext uri="{FF2B5EF4-FFF2-40B4-BE49-F238E27FC236}">
                <a16:creationId xmlns:a16="http://schemas.microsoft.com/office/drawing/2014/main" id="{54D3DBE6-F07B-4A4B-AFF7-7510D3F2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813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13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运行可追溯</a:t>
            </a:r>
          </a:p>
        </p:txBody>
      </p:sp>
      <p:sp>
        <p:nvSpPr>
          <p:cNvPr id="21" name="close-copy-4">
            <a:extLst xmlns:a="http://schemas.openxmlformats.org/drawingml/2006/main">
              <a:ext uri="{FF2B5EF4-FFF2-40B4-BE49-F238E27FC236}">
                <a16:creationId xmlns:a16="http://schemas.microsoft.com/office/drawing/2014/main" id="{C0060D97-A406-4C26-81B9-D1EEDFA6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195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96779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96779"/>
                </a:solidFill>
                <a:latin typeface="微软雅黑"/>
                <a:ea typeface="微软雅黑"/>
                <a:cs typeface="微软雅黑"/>
              </a:rPr>
              <a:t>请求、确认、待办与失败分别记录状态</a:t>
            </a:r>
          </a:p>
        </p:txBody>
      </p:sp>
      <p:sp>
        <p:nvSpPr>
          <p:cNvPr id="22" name="close-summary">
            <a:extLst xmlns:a="http://schemas.openxmlformats.org/drawingml/2006/main">
              <a:ext uri="{FF2B5EF4-FFF2-40B4-BE49-F238E27FC236}">
                <a16:creationId xmlns:a16="http://schemas.microsoft.com/office/drawing/2014/main" id="{6332B917-4403-46FA-91AA-D6A3FB4E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234"/>
                </a:solidFill>
                <a:latin typeface="微软雅黑"/>
                <a:ea typeface="微软雅黑"/>
                <a:cs typeface="微软雅黑"/>
              </a:rPr>
              <a:t>同一旅程方法将按场景成熟度扩展</a:t>
            </a:r>
          </a:p>
        </p:txBody>
      </p:sp>
      <p:sp>
        <p:nvSpPr>
          <p:cNvPr id="23" name="footer-note-24">
            <a:extLst xmlns:a="http://schemas.openxmlformats.org/drawingml/2006/main">
              <a:ext uri="{FF2B5EF4-FFF2-40B4-BE49-F238E27FC236}">
                <a16:creationId xmlns:a16="http://schemas.microsoft.com/office/drawing/2014/main" id="{88FD8263-836D-4FDE-AC67-5DC97BBB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ontology3.0｜当前以 S001 作为首个完整闭环建设对象</a:t>
            </a:r>
          </a:p>
        </p:txBody>
      </p:sp>
      <p:sp>
        <p:nvSpPr>
          <p:cNvPr id="24" name="footer-page-24">
            <a:extLst xmlns:a="http://schemas.openxmlformats.org/drawingml/2006/main">
              <a:ext uri="{FF2B5EF4-FFF2-40B4-BE49-F238E27FC236}">
                <a16:creationId xmlns:a16="http://schemas.microsoft.com/office/drawing/2014/main" id="{768218F3-7A91-4556-BE4D-4BB8CFDB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3A2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86643606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2026-08-13T04:18:52.4270000Z</dcterms:created>
  <dcterms:modified xsi:type="dcterms:W3CDTF">2026-08-13T04:18:52.4270000Z</dcterms:modified>
</coreProperties>
</file>